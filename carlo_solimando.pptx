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3653" r:id="rId2"/>
  </p:sldMasterIdLst>
  <p:notesMasterIdLst>
    <p:notesMasterId r:id="rId13"/>
  </p:notesMasterIdLst>
  <p:sldIdLst>
    <p:sldId id="256" r:id="rId3"/>
    <p:sldId id="349" r:id="rId4"/>
    <p:sldId id="361" r:id="rId5"/>
    <p:sldId id="350" r:id="rId6"/>
    <p:sldId id="353" r:id="rId7"/>
    <p:sldId id="363" r:id="rId8"/>
    <p:sldId id="364" r:id="rId9"/>
    <p:sldId id="354" r:id="rId10"/>
    <p:sldId id="362" r:id="rId11"/>
    <p:sldId id="357" r:id="rId12"/>
  </p:sldIdLst>
  <p:sldSz cx="9144000" cy="6858000" type="screen4x3"/>
  <p:notesSz cx="6858000" cy="9144000"/>
  <p:defaultTextStyle>
    <a:defPPr>
      <a:defRPr lang="it-IT"/>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61DBC7-895D-4959-A064-0BCE4CEFEC10}" v="101" dt="2026-01-13T17:31:59.452"/>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066" autoAdjust="0"/>
    <p:restoredTop sz="96005" autoAdjust="0"/>
  </p:normalViewPr>
  <p:slideViewPr>
    <p:cSldViewPr>
      <p:cViewPr varScale="1">
        <p:scale>
          <a:sx n="102" d="100"/>
          <a:sy n="102" d="100"/>
        </p:scale>
        <p:origin x="2466" y="1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 Solimando" userId="bb061ef7-74b3-4ef2-a709-7f17319b9cd3" providerId="ADAL" clId="{D5D3F0D0-45C0-4800-8D67-9BAE13D67D4A}"/>
    <pc:docChg chg="undo custSel addSld delSld modSld sldOrd">
      <pc:chgData name="Carlo Solimando" userId="bb061ef7-74b3-4ef2-a709-7f17319b9cd3" providerId="ADAL" clId="{D5D3F0D0-45C0-4800-8D67-9BAE13D67D4A}" dt="2026-01-13T17:34:16.283" v="4154" actId="20577"/>
      <pc:docMkLst>
        <pc:docMk/>
      </pc:docMkLst>
      <pc:sldChg chg="modSp mod">
        <pc:chgData name="Carlo Solimando" userId="bb061ef7-74b3-4ef2-a709-7f17319b9cd3" providerId="ADAL" clId="{D5D3F0D0-45C0-4800-8D67-9BAE13D67D4A}" dt="2026-01-13T14:37:51.561" v="623" actId="790"/>
        <pc:sldMkLst>
          <pc:docMk/>
          <pc:sldMk cId="0" sldId="256"/>
        </pc:sldMkLst>
        <pc:spChg chg="mod">
          <ac:chgData name="Carlo Solimando" userId="bb061ef7-74b3-4ef2-a709-7f17319b9cd3" providerId="ADAL" clId="{D5D3F0D0-45C0-4800-8D67-9BAE13D67D4A}" dt="2026-01-13T14:37:51.561" v="623" actId="790"/>
          <ac:spMkLst>
            <pc:docMk/>
            <pc:sldMk cId="0" sldId="256"/>
            <ac:spMk id="4" creationId="{4974B565-3645-02FD-3118-8861FB8BA820}"/>
          </ac:spMkLst>
        </pc:spChg>
        <pc:spChg chg="mod">
          <ac:chgData name="Carlo Solimando" userId="bb061ef7-74b3-4ef2-a709-7f17319b9cd3" providerId="ADAL" clId="{D5D3F0D0-45C0-4800-8D67-9BAE13D67D4A}" dt="2026-01-13T14:37:51.561" v="623" actId="790"/>
          <ac:spMkLst>
            <pc:docMk/>
            <pc:sldMk cId="0" sldId="256"/>
            <ac:spMk id="16386" creationId="{F79F9461-A0D5-D13E-D961-E6D8483151CD}"/>
          </ac:spMkLst>
        </pc:spChg>
        <pc:spChg chg="mod">
          <ac:chgData name="Carlo Solimando" userId="bb061ef7-74b3-4ef2-a709-7f17319b9cd3" providerId="ADAL" clId="{D5D3F0D0-45C0-4800-8D67-9BAE13D67D4A}" dt="2026-01-13T14:37:51.561" v="623" actId="790"/>
          <ac:spMkLst>
            <pc:docMk/>
            <pc:sldMk cId="0" sldId="256"/>
            <ac:spMk id="16387" creationId="{AE0BCEEA-FD13-69BD-222B-D8C5F52B2CE3}"/>
          </ac:spMkLst>
        </pc:spChg>
      </pc:sldChg>
      <pc:sldChg chg="addSp delSp modSp mod modClrScheme chgLayout">
        <pc:chgData name="Carlo Solimando" userId="bb061ef7-74b3-4ef2-a709-7f17319b9cd3" providerId="ADAL" clId="{D5D3F0D0-45C0-4800-8D67-9BAE13D67D4A}" dt="2026-01-13T14:51:45.592" v="842" actId="20577"/>
        <pc:sldMkLst>
          <pc:docMk/>
          <pc:sldMk cId="0" sldId="349"/>
        </pc:sldMkLst>
        <pc:spChg chg="mod ord">
          <ac:chgData name="Carlo Solimando" userId="bb061ef7-74b3-4ef2-a709-7f17319b9cd3" providerId="ADAL" clId="{D5D3F0D0-45C0-4800-8D67-9BAE13D67D4A}" dt="2026-01-13T14:37:51.561" v="623" actId="790"/>
          <ac:spMkLst>
            <pc:docMk/>
            <pc:sldMk cId="0" sldId="349"/>
            <ac:spMk id="2" creationId="{A4F1B4DF-ED33-AF15-7432-A97625E4253E}"/>
          </ac:spMkLst>
        </pc:spChg>
        <pc:spChg chg="add mod">
          <ac:chgData name="Carlo Solimando" userId="bb061ef7-74b3-4ef2-a709-7f17319b9cd3" providerId="ADAL" clId="{D5D3F0D0-45C0-4800-8D67-9BAE13D67D4A}" dt="2026-01-13T14:51:45.592" v="842" actId="20577"/>
          <ac:spMkLst>
            <pc:docMk/>
            <pc:sldMk cId="0" sldId="349"/>
            <ac:spMk id="3" creationId="{866539A0-41BD-5BD9-A2D9-D2A21C053E3A}"/>
          </ac:spMkLst>
        </pc:spChg>
        <pc:spChg chg="del">
          <ac:chgData name="Carlo Solimando" userId="bb061ef7-74b3-4ef2-a709-7f17319b9cd3" providerId="ADAL" clId="{D5D3F0D0-45C0-4800-8D67-9BAE13D67D4A}" dt="2026-01-13T14:14:15.199" v="269" actId="478"/>
          <ac:spMkLst>
            <pc:docMk/>
            <pc:sldMk cId="0" sldId="349"/>
            <ac:spMk id="5" creationId="{B6BCDD7F-29E9-D5EF-523A-C65B18ECD9CB}"/>
          </ac:spMkLst>
        </pc:spChg>
        <pc:spChg chg="mod ord">
          <ac:chgData name="Carlo Solimando" userId="bb061ef7-74b3-4ef2-a709-7f17319b9cd3" providerId="ADAL" clId="{D5D3F0D0-45C0-4800-8D67-9BAE13D67D4A}" dt="2026-01-13T14:37:51.561" v="623" actId="790"/>
          <ac:spMkLst>
            <pc:docMk/>
            <pc:sldMk cId="0" sldId="349"/>
            <ac:spMk id="17410" creationId="{F6E85136-A5EF-7417-BD13-59D3E8D7BC43}"/>
          </ac:spMkLst>
        </pc:spChg>
        <pc:spChg chg="del mod ord">
          <ac:chgData name="Carlo Solimando" userId="bb061ef7-74b3-4ef2-a709-7f17319b9cd3" providerId="ADAL" clId="{D5D3F0D0-45C0-4800-8D67-9BAE13D67D4A}" dt="2026-01-13T14:14:17.523" v="271" actId="478"/>
          <ac:spMkLst>
            <pc:docMk/>
            <pc:sldMk cId="0" sldId="349"/>
            <ac:spMk id="17411" creationId="{99F2E0BB-5D18-99C8-FC6A-5DCAF69EC912}"/>
          </ac:spMkLst>
        </pc:spChg>
        <pc:picChg chg="del">
          <ac:chgData name="Carlo Solimando" userId="bb061ef7-74b3-4ef2-a709-7f17319b9cd3" providerId="ADAL" clId="{D5D3F0D0-45C0-4800-8D67-9BAE13D67D4A}" dt="2026-01-13T14:14:13.838" v="268" actId="478"/>
          <ac:picMkLst>
            <pc:docMk/>
            <pc:sldMk cId="0" sldId="349"/>
            <ac:picMk id="4" creationId="{853A61E9-7525-3B63-EC7C-E5D8D265E77D}"/>
          </ac:picMkLst>
        </pc:picChg>
      </pc:sldChg>
      <pc:sldChg chg="addSp delSp modSp mod">
        <pc:chgData name="Carlo Solimando" userId="bb061ef7-74b3-4ef2-a709-7f17319b9cd3" providerId="ADAL" clId="{D5D3F0D0-45C0-4800-8D67-9BAE13D67D4A}" dt="2026-01-13T14:37:51.561" v="623" actId="790"/>
        <pc:sldMkLst>
          <pc:docMk/>
          <pc:sldMk cId="2582846659" sldId="350"/>
        </pc:sldMkLst>
        <pc:spChg chg="del">
          <ac:chgData name="Carlo Solimando" userId="bb061ef7-74b3-4ef2-a709-7f17319b9cd3" providerId="ADAL" clId="{D5D3F0D0-45C0-4800-8D67-9BAE13D67D4A}" dt="2026-01-13T11:14:36.642" v="222" actId="478"/>
          <ac:spMkLst>
            <pc:docMk/>
            <pc:sldMk cId="2582846659" sldId="350"/>
            <ac:spMk id="2" creationId="{B8D0226B-AB81-4833-B290-6CA052C5C734}"/>
          </ac:spMkLst>
        </pc:spChg>
        <pc:spChg chg="add mod">
          <ac:chgData name="Carlo Solimando" userId="bb061ef7-74b3-4ef2-a709-7f17319b9cd3" providerId="ADAL" clId="{D5D3F0D0-45C0-4800-8D67-9BAE13D67D4A}" dt="2026-01-13T14:37:51.561" v="623" actId="790"/>
          <ac:spMkLst>
            <pc:docMk/>
            <pc:sldMk cId="2582846659" sldId="350"/>
            <ac:spMk id="3" creationId="{B68CFECA-F17F-4F55-647E-1D2E15772EE0}"/>
          </ac:spMkLst>
        </pc:spChg>
        <pc:spChg chg="mod">
          <ac:chgData name="Carlo Solimando" userId="bb061ef7-74b3-4ef2-a709-7f17319b9cd3" providerId="ADAL" clId="{D5D3F0D0-45C0-4800-8D67-9BAE13D67D4A}" dt="2026-01-13T14:37:51.561" v="623" actId="790"/>
          <ac:spMkLst>
            <pc:docMk/>
            <pc:sldMk cId="2582846659" sldId="350"/>
            <ac:spMk id="17410" creationId="{71D9700D-DE7A-F266-2E45-77D470A3DBBD}"/>
          </ac:spMkLst>
        </pc:spChg>
        <pc:spChg chg="del mod">
          <ac:chgData name="Carlo Solimando" userId="bb061ef7-74b3-4ef2-a709-7f17319b9cd3" providerId="ADAL" clId="{D5D3F0D0-45C0-4800-8D67-9BAE13D67D4A}" dt="2026-01-13T14:29:39.815" v="491" actId="478"/>
          <ac:spMkLst>
            <pc:docMk/>
            <pc:sldMk cId="2582846659" sldId="350"/>
            <ac:spMk id="17411" creationId="{73A3367B-BC57-2673-4CC7-ACD0F5127272}"/>
          </ac:spMkLst>
        </pc:spChg>
        <pc:picChg chg="add mod">
          <ac:chgData name="Carlo Solimando" userId="bb061ef7-74b3-4ef2-a709-7f17319b9cd3" providerId="ADAL" clId="{D5D3F0D0-45C0-4800-8D67-9BAE13D67D4A}" dt="2026-01-13T14:30:55.164" v="548" actId="1037"/>
          <ac:picMkLst>
            <pc:docMk/>
            <pc:sldMk cId="2582846659" sldId="350"/>
            <ac:picMk id="4" creationId="{4A7088E8-B630-3E0F-FD31-00E0AEECE0BF}"/>
          </ac:picMkLst>
        </pc:picChg>
      </pc:sldChg>
      <pc:sldChg chg="addSp delSp modSp del mod">
        <pc:chgData name="Carlo Solimando" userId="bb061ef7-74b3-4ef2-a709-7f17319b9cd3" providerId="ADAL" clId="{D5D3F0D0-45C0-4800-8D67-9BAE13D67D4A}" dt="2026-01-13T14:35:30.092" v="602" actId="47"/>
        <pc:sldMkLst>
          <pc:docMk/>
          <pc:sldMk cId="4147829515" sldId="351"/>
        </pc:sldMkLst>
        <pc:spChg chg="del">
          <ac:chgData name="Carlo Solimando" userId="bb061ef7-74b3-4ef2-a709-7f17319b9cd3" providerId="ADAL" clId="{D5D3F0D0-45C0-4800-8D67-9BAE13D67D4A}" dt="2026-01-13T11:15:13.798" v="235" actId="478"/>
          <ac:spMkLst>
            <pc:docMk/>
            <pc:sldMk cId="4147829515" sldId="351"/>
            <ac:spMk id="2" creationId="{8DB2CEFD-ADB1-6CE3-2FE6-29FEBC201854}"/>
          </ac:spMkLst>
        </pc:spChg>
        <pc:spChg chg="add mod">
          <ac:chgData name="Carlo Solimando" userId="bb061ef7-74b3-4ef2-a709-7f17319b9cd3" providerId="ADAL" clId="{D5D3F0D0-45C0-4800-8D67-9BAE13D67D4A}" dt="2026-01-13T14:35:14.566" v="601" actId="790"/>
          <ac:spMkLst>
            <pc:docMk/>
            <pc:sldMk cId="4147829515" sldId="351"/>
            <ac:spMk id="3" creationId="{372812BA-C487-F222-8585-D1A78F1CDC85}"/>
          </ac:spMkLst>
        </pc:spChg>
        <pc:spChg chg="mod">
          <ac:chgData name="Carlo Solimando" userId="bb061ef7-74b3-4ef2-a709-7f17319b9cd3" providerId="ADAL" clId="{D5D3F0D0-45C0-4800-8D67-9BAE13D67D4A}" dt="2026-01-13T14:35:14.566" v="601" actId="790"/>
          <ac:spMkLst>
            <pc:docMk/>
            <pc:sldMk cId="4147829515" sldId="351"/>
            <ac:spMk id="17410" creationId="{54580611-50F7-4463-C3DA-E0B91B9702BF}"/>
          </ac:spMkLst>
        </pc:spChg>
        <pc:spChg chg="mod">
          <ac:chgData name="Carlo Solimando" userId="bb061ef7-74b3-4ef2-a709-7f17319b9cd3" providerId="ADAL" clId="{D5D3F0D0-45C0-4800-8D67-9BAE13D67D4A}" dt="2026-01-13T14:35:14.566" v="601" actId="790"/>
          <ac:spMkLst>
            <pc:docMk/>
            <pc:sldMk cId="4147829515" sldId="351"/>
            <ac:spMk id="17411" creationId="{EC47F8C8-CC4C-68BD-CB8B-42D277E737F1}"/>
          </ac:spMkLst>
        </pc:spChg>
      </pc:sldChg>
      <pc:sldChg chg="addSp delSp modSp del mod ord">
        <pc:chgData name="Carlo Solimando" userId="bb061ef7-74b3-4ef2-a709-7f17319b9cd3" providerId="ADAL" clId="{D5D3F0D0-45C0-4800-8D67-9BAE13D67D4A}" dt="2026-01-13T15:18:53.418" v="1611" actId="47"/>
        <pc:sldMkLst>
          <pc:docMk/>
          <pc:sldMk cId="2457415159" sldId="352"/>
        </pc:sldMkLst>
        <pc:spChg chg="del">
          <ac:chgData name="Carlo Solimando" userId="bb061ef7-74b3-4ef2-a709-7f17319b9cd3" providerId="ADAL" clId="{D5D3F0D0-45C0-4800-8D67-9BAE13D67D4A}" dt="2026-01-13T11:15:17.540" v="237" actId="478"/>
          <ac:spMkLst>
            <pc:docMk/>
            <pc:sldMk cId="2457415159" sldId="352"/>
            <ac:spMk id="2" creationId="{72D73E6E-F94D-93DF-DA83-290F0E60C5BF}"/>
          </ac:spMkLst>
        </pc:spChg>
        <pc:spChg chg="add mod">
          <ac:chgData name="Carlo Solimando" userId="bb061ef7-74b3-4ef2-a709-7f17319b9cd3" providerId="ADAL" clId="{D5D3F0D0-45C0-4800-8D67-9BAE13D67D4A}" dt="2026-01-13T14:37:51.561" v="623" actId="790"/>
          <ac:spMkLst>
            <pc:docMk/>
            <pc:sldMk cId="2457415159" sldId="352"/>
            <ac:spMk id="3" creationId="{3E9F927D-68C8-74CC-FCF5-F8083FA5E078}"/>
          </ac:spMkLst>
        </pc:spChg>
        <pc:spChg chg="mod">
          <ac:chgData name="Carlo Solimando" userId="bb061ef7-74b3-4ef2-a709-7f17319b9cd3" providerId="ADAL" clId="{D5D3F0D0-45C0-4800-8D67-9BAE13D67D4A}" dt="2026-01-13T14:37:51.561" v="623" actId="790"/>
          <ac:spMkLst>
            <pc:docMk/>
            <pc:sldMk cId="2457415159" sldId="352"/>
            <ac:spMk id="17410" creationId="{BF4E9815-41A3-2B06-A7D8-9838C5CD098E}"/>
          </ac:spMkLst>
        </pc:spChg>
        <pc:spChg chg="mod">
          <ac:chgData name="Carlo Solimando" userId="bb061ef7-74b3-4ef2-a709-7f17319b9cd3" providerId="ADAL" clId="{D5D3F0D0-45C0-4800-8D67-9BAE13D67D4A}" dt="2026-01-13T14:37:51.561" v="623" actId="790"/>
          <ac:spMkLst>
            <pc:docMk/>
            <pc:sldMk cId="2457415159" sldId="352"/>
            <ac:spMk id="17411" creationId="{B5527A95-D125-DC6B-BCD0-3D90FF9667E8}"/>
          </ac:spMkLst>
        </pc:spChg>
      </pc:sldChg>
      <pc:sldChg chg="addSp delSp modSp mod">
        <pc:chgData name="Carlo Solimando" userId="bb061ef7-74b3-4ef2-a709-7f17319b9cd3" providerId="ADAL" clId="{D5D3F0D0-45C0-4800-8D67-9BAE13D67D4A}" dt="2026-01-13T15:19:49.665" v="1613" actId="207"/>
        <pc:sldMkLst>
          <pc:docMk/>
          <pc:sldMk cId="2762370897" sldId="353"/>
        </pc:sldMkLst>
        <pc:spChg chg="del">
          <ac:chgData name="Carlo Solimando" userId="bb061ef7-74b3-4ef2-a709-7f17319b9cd3" providerId="ADAL" clId="{D5D3F0D0-45C0-4800-8D67-9BAE13D67D4A}" dt="2026-01-13T11:14:42.806" v="224" actId="478"/>
          <ac:spMkLst>
            <pc:docMk/>
            <pc:sldMk cId="2762370897" sldId="353"/>
            <ac:spMk id="2" creationId="{1F89A279-251D-2E51-943F-D6ECD02B923E}"/>
          </ac:spMkLst>
        </pc:spChg>
        <pc:spChg chg="add mod">
          <ac:chgData name="Carlo Solimando" userId="bb061ef7-74b3-4ef2-a709-7f17319b9cd3" providerId="ADAL" clId="{D5D3F0D0-45C0-4800-8D67-9BAE13D67D4A}" dt="2026-01-13T14:37:51.561" v="623" actId="790"/>
          <ac:spMkLst>
            <pc:docMk/>
            <pc:sldMk cId="2762370897" sldId="353"/>
            <ac:spMk id="3" creationId="{B2ECC63B-D258-F3D1-0589-797EF74D1246}"/>
          </ac:spMkLst>
        </pc:spChg>
        <pc:spChg chg="mod">
          <ac:chgData name="Carlo Solimando" userId="bb061ef7-74b3-4ef2-a709-7f17319b9cd3" providerId="ADAL" clId="{D5D3F0D0-45C0-4800-8D67-9BAE13D67D4A}" dt="2026-01-13T14:37:51.561" v="623" actId="790"/>
          <ac:spMkLst>
            <pc:docMk/>
            <pc:sldMk cId="2762370897" sldId="353"/>
            <ac:spMk id="17410" creationId="{3E6CA2A8-451A-C36E-0061-F6E72D604C5C}"/>
          </ac:spMkLst>
        </pc:spChg>
        <pc:spChg chg="mod">
          <ac:chgData name="Carlo Solimando" userId="bb061ef7-74b3-4ef2-a709-7f17319b9cd3" providerId="ADAL" clId="{D5D3F0D0-45C0-4800-8D67-9BAE13D67D4A}" dt="2026-01-13T15:19:49.665" v="1613" actId="207"/>
          <ac:spMkLst>
            <pc:docMk/>
            <pc:sldMk cId="2762370897" sldId="353"/>
            <ac:spMk id="17411" creationId="{74DDC8DE-C238-2941-3C68-030C46D3F3F9}"/>
          </ac:spMkLst>
        </pc:spChg>
        <pc:picChg chg="del">
          <ac:chgData name="Carlo Solimando" userId="bb061ef7-74b3-4ef2-a709-7f17319b9cd3" providerId="ADAL" clId="{D5D3F0D0-45C0-4800-8D67-9BAE13D67D4A}" dt="2026-01-13T14:32:07.364" v="573" actId="478"/>
          <ac:picMkLst>
            <pc:docMk/>
            <pc:sldMk cId="2762370897" sldId="353"/>
            <ac:picMk id="4" creationId="{36481BD2-A57E-8C71-E675-BD6D3BB555C8}"/>
          </ac:picMkLst>
        </pc:picChg>
        <pc:picChg chg="del">
          <ac:chgData name="Carlo Solimando" userId="bb061ef7-74b3-4ef2-a709-7f17319b9cd3" providerId="ADAL" clId="{D5D3F0D0-45C0-4800-8D67-9BAE13D67D4A}" dt="2026-01-13T14:32:08.597" v="575" actId="478"/>
          <ac:picMkLst>
            <pc:docMk/>
            <pc:sldMk cId="2762370897" sldId="353"/>
            <ac:picMk id="6" creationId="{1148AAA7-2324-AD18-4F7D-04B4F86AA6E3}"/>
          </ac:picMkLst>
        </pc:picChg>
        <pc:picChg chg="del">
          <ac:chgData name="Carlo Solimando" userId="bb061ef7-74b3-4ef2-a709-7f17319b9cd3" providerId="ADAL" clId="{D5D3F0D0-45C0-4800-8D67-9BAE13D67D4A}" dt="2026-01-13T14:32:02.592" v="567" actId="478"/>
          <ac:picMkLst>
            <pc:docMk/>
            <pc:sldMk cId="2762370897" sldId="353"/>
            <ac:picMk id="8" creationId="{6BC468A7-C28B-78A8-BE4A-207DB8AABDEF}"/>
          </ac:picMkLst>
        </pc:picChg>
        <pc:picChg chg="del">
          <ac:chgData name="Carlo Solimando" userId="bb061ef7-74b3-4ef2-a709-7f17319b9cd3" providerId="ADAL" clId="{D5D3F0D0-45C0-4800-8D67-9BAE13D67D4A}" dt="2026-01-13T14:32:12.502" v="580" actId="478"/>
          <ac:picMkLst>
            <pc:docMk/>
            <pc:sldMk cId="2762370897" sldId="353"/>
            <ac:picMk id="10" creationId="{8D272A6C-4DF7-488D-FA0D-4FDE8300F2AA}"/>
          </ac:picMkLst>
        </pc:picChg>
        <pc:picChg chg="del">
          <ac:chgData name="Carlo Solimando" userId="bb061ef7-74b3-4ef2-a709-7f17319b9cd3" providerId="ADAL" clId="{D5D3F0D0-45C0-4800-8D67-9BAE13D67D4A}" dt="2026-01-13T14:32:11.811" v="579" actId="478"/>
          <ac:picMkLst>
            <pc:docMk/>
            <pc:sldMk cId="2762370897" sldId="353"/>
            <ac:picMk id="16" creationId="{FE7CFD50-0D35-451E-9DFF-BA2C10205FC8}"/>
          </ac:picMkLst>
        </pc:picChg>
        <pc:picChg chg="del">
          <ac:chgData name="Carlo Solimando" userId="bb061ef7-74b3-4ef2-a709-7f17319b9cd3" providerId="ADAL" clId="{D5D3F0D0-45C0-4800-8D67-9BAE13D67D4A}" dt="2026-01-13T14:32:05.756" v="571" actId="478"/>
          <ac:picMkLst>
            <pc:docMk/>
            <pc:sldMk cId="2762370897" sldId="353"/>
            <ac:picMk id="18" creationId="{076ACE7F-7B1E-6994-BF97-69369A9F6BA4}"/>
          </ac:picMkLst>
        </pc:picChg>
        <pc:picChg chg="del">
          <ac:chgData name="Carlo Solimando" userId="bb061ef7-74b3-4ef2-a709-7f17319b9cd3" providerId="ADAL" clId="{D5D3F0D0-45C0-4800-8D67-9BAE13D67D4A}" dt="2026-01-13T14:32:05.092" v="570" actId="478"/>
          <ac:picMkLst>
            <pc:docMk/>
            <pc:sldMk cId="2762370897" sldId="353"/>
            <ac:picMk id="20" creationId="{DAF1A082-D663-FB3B-FBC9-04535A7D1DF4}"/>
          </ac:picMkLst>
        </pc:picChg>
        <pc:cxnChg chg="del">
          <ac:chgData name="Carlo Solimando" userId="bb061ef7-74b3-4ef2-a709-7f17319b9cd3" providerId="ADAL" clId="{D5D3F0D0-45C0-4800-8D67-9BAE13D67D4A}" dt="2026-01-13T14:32:03.589" v="568" actId="478"/>
          <ac:cxnSpMkLst>
            <pc:docMk/>
            <pc:sldMk cId="2762370897" sldId="353"/>
            <ac:cxnSpMk id="22" creationId="{07F226B8-EA44-0AEB-2CD8-05C88516232A}"/>
          </ac:cxnSpMkLst>
        </pc:cxnChg>
        <pc:cxnChg chg="del">
          <ac:chgData name="Carlo Solimando" userId="bb061ef7-74b3-4ef2-a709-7f17319b9cd3" providerId="ADAL" clId="{D5D3F0D0-45C0-4800-8D67-9BAE13D67D4A}" dt="2026-01-13T14:32:04.542" v="569" actId="478"/>
          <ac:cxnSpMkLst>
            <pc:docMk/>
            <pc:sldMk cId="2762370897" sldId="353"/>
            <ac:cxnSpMk id="23" creationId="{10F32AE7-617E-38E0-63AE-600ACB5CF6A6}"/>
          </ac:cxnSpMkLst>
        </pc:cxnChg>
        <pc:cxnChg chg="del">
          <ac:chgData name="Carlo Solimando" userId="bb061ef7-74b3-4ef2-a709-7f17319b9cd3" providerId="ADAL" clId="{D5D3F0D0-45C0-4800-8D67-9BAE13D67D4A}" dt="2026-01-13T14:32:06.796" v="572" actId="478"/>
          <ac:cxnSpMkLst>
            <pc:docMk/>
            <pc:sldMk cId="2762370897" sldId="353"/>
            <ac:cxnSpMk id="25" creationId="{B4215CA7-0057-D75E-9535-08748625F839}"/>
          </ac:cxnSpMkLst>
        </pc:cxnChg>
        <pc:cxnChg chg="del">
          <ac:chgData name="Carlo Solimando" userId="bb061ef7-74b3-4ef2-a709-7f17319b9cd3" providerId="ADAL" clId="{D5D3F0D0-45C0-4800-8D67-9BAE13D67D4A}" dt="2026-01-13T14:32:08.144" v="574" actId="478"/>
          <ac:cxnSpMkLst>
            <pc:docMk/>
            <pc:sldMk cId="2762370897" sldId="353"/>
            <ac:cxnSpMk id="28" creationId="{2F9EE0DB-9859-DC81-B2A1-6F82F8D6C9E9}"/>
          </ac:cxnSpMkLst>
        </pc:cxnChg>
        <pc:cxnChg chg="del">
          <ac:chgData name="Carlo Solimando" userId="bb061ef7-74b3-4ef2-a709-7f17319b9cd3" providerId="ADAL" clId="{D5D3F0D0-45C0-4800-8D67-9BAE13D67D4A}" dt="2026-01-13T14:32:09.496" v="576" actId="478"/>
          <ac:cxnSpMkLst>
            <pc:docMk/>
            <pc:sldMk cId="2762370897" sldId="353"/>
            <ac:cxnSpMk id="30" creationId="{22523AC9-8CA9-E353-177F-6C65463CC2F9}"/>
          </ac:cxnSpMkLst>
        </pc:cxnChg>
        <pc:cxnChg chg="del">
          <ac:chgData name="Carlo Solimando" userId="bb061ef7-74b3-4ef2-a709-7f17319b9cd3" providerId="ADAL" clId="{D5D3F0D0-45C0-4800-8D67-9BAE13D67D4A}" dt="2026-01-13T14:32:10.356" v="577" actId="478"/>
          <ac:cxnSpMkLst>
            <pc:docMk/>
            <pc:sldMk cId="2762370897" sldId="353"/>
            <ac:cxnSpMk id="32" creationId="{0E18F86D-29DE-8144-FF9F-2F8031317285}"/>
          </ac:cxnSpMkLst>
        </pc:cxnChg>
        <pc:cxnChg chg="del">
          <ac:chgData name="Carlo Solimando" userId="bb061ef7-74b3-4ef2-a709-7f17319b9cd3" providerId="ADAL" clId="{D5D3F0D0-45C0-4800-8D67-9BAE13D67D4A}" dt="2026-01-13T14:32:11.286" v="578" actId="478"/>
          <ac:cxnSpMkLst>
            <pc:docMk/>
            <pc:sldMk cId="2762370897" sldId="353"/>
            <ac:cxnSpMk id="34" creationId="{FA1C635C-EE1B-6DE9-E364-4DCBC34C7C80}"/>
          </ac:cxnSpMkLst>
        </pc:cxnChg>
      </pc:sldChg>
      <pc:sldChg chg="addSp delSp modSp mod">
        <pc:chgData name="Carlo Solimando" userId="bb061ef7-74b3-4ef2-a709-7f17319b9cd3" providerId="ADAL" clId="{D5D3F0D0-45C0-4800-8D67-9BAE13D67D4A}" dt="2026-01-13T17:22:26.571" v="3495" actId="1076"/>
        <pc:sldMkLst>
          <pc:docMk/>
          <pc:sldMk cId="3474089456" sldId="354"/>
        </pc:sldMkLst>
        <pc:spChg chg="add del mod">
          <ac:chgData name="Carlo Solimando" userId="bb061ef7-74b3-4ef2-a709-7f17319b9cd3" providerId="ADAL" clId="{D5D3F0D0-45C0-4800-8D67-9BAE13D67D4A}" dt="2026-01-13T15:21:10.766" v="1629" actId="478"/>
          <ac:spMkLst>
            <pc:docMk/>
            <pc:sldMk cId="3474089456" sldId="354"/>
            <ac:spMk id="2" creationId="{44A80647-F4B9-4798-1111-27875839071D}"/>
          </ac:spMkLst>
        </pc:spChg>
        <pc:spChg chg="del">
          <ac:chgData name="Carlo Solimando" userId="bb061ef7-74b3-4ef2-a709-7f17319b9cd3" providerId="ADAL" clId="{D5D3F0D0-45C0-4800-8D67-9BAE13D67D4A}" dt="2026-01-13T11:14:59.262" v="229" actId="478"/>
          <ac:spMkLst>
            <pc:docMk/>
            <pc:sldMk cId="3474089456" sldId="354"/>
            <ac:spMk id="2" creationId="{ECA5A561-3D25-D597-FEDB-49D04434814B}"/>
          </ac:spMkLst>
        </pc:spChg>
        <pc:spChg chg="add del mod">
          <ac:chgData name="Carlo Solimando" userId="bb061ef7-74b3-4ef2-a709-7f17319b9cd3" providerId="ADAL" clId="{D5D3F0D0-45C0-4800-8D67-9BAE13D67D4A}" dt="2026-01-13T15:21:06.948" v="1628" actId="478"/>
          <ac:spMkLst>
            <pc:docMk/>
            <pc:sldMk cId="3474089456" sldId="354"/>
            <ac:spMk id="3" creationId="{91C723A8-90D3-3D59-C898-A09133F6B795}"/>
          </ac:spMkLst>
        </pc:spChg>
        <pc:spChg chg="add mod">
          <ac:chgData name="Carlo Solimando" userId="bb061ef7-74b3-4ef2-a709-7f17319b9cd3" providerId="ADAL" clId="{D5D3F0D0-45C0-4800-8D67-9BAE13D67D4A}" dt="2026-01-13T14:37:51.561" v="623" actId="790"/>
          <ac:spMkLst>
            <pc:docMk/>
            <pc:sldMk cId="3474089456" sldId="354"/>
            <ac:spMk id="4" creationId="{7AFE279C-3A92-C476-3A54-24982343B166}"/>
          </ac:spMkLst>
        </pc:spChg>
        <pc:spChg chg="add del mod">
          <ac:chgData name="Carlo Solimando" userId="bb061ef7-74b3-4ef2-a709-7f17319b9cd3" providerId="ADAL" clId="{D5D3F0D0-45C0-4800-8D67-9BAE13D67D4A}" dt="2026-01-13T16:59:03.642" v="2225" actId="478"/>
          <ac:spMkLst>
            <pc:docMk/>
            <pc:sldMk cId="3474089456" sldId="354"/>
            <ac:spMk id="5" creationId="{76AF4CF1-B7BE-02E4-24CD-0601ADF475BF}"/>
          </ac:spMkLst>
        </pc:spChg>
        <pc:spChg chg="add mod">
          <ac:chgData name="Carlo Solimando" userId="bb061ef7-74b3-4ef2-a709-7f17319b9cd3" providerId="ADAL" clId="{D5D3F0D0-45C0-4800-8D67-9BAE13D67D4A}" dt="2026-01-13T17:22:26.571" v="3495" actId="1076"/>
          <ac:spMkLst>
            <pc:docMk/>
            <pc:sldMk cId="3474089456" sldId="354"/>
            <ac:spMk id="6" creationId="{8F3C7EA2-228B-D809-898A-0838AB069923}"/>
          </ac:spMkLst>
        </pc:spChg>
        <pc:spChg chg="mod">
          <ac:chgData name="Carlo Solimando" userId="bb061ef7-74b3-4ef2-a709-7f17319b9cd3" providerId="ADAL" clId="{D5D3F0D0-45C0-4800-8D67-9BAE13D67D4A}" dt="2026-01-13T16:17:38.836" v="1827" actId="20577"/>
          <ac:spMkLst>
            <pc:docMk/>
            <pc:sldMk cId="3474089456" sldId="354"/>
            <ac:spMk id="17410" creationId="{C3F5AF69-5A5C-8286-1118-94B80F68BF1A}"/>
          </ac:spMkLst>
        </pc:spChg>
        <pc:picChg chg="add del mod">
          <ac:chgData name="Carlo Solimando" userId="bb061ef7-74b3-4ef2-a709-7f17319b9cd3" providerId="ADAL" clId="{D5D3F0D0-45C0-4800-8D67-9BAE13D67D4A}" dt="2026-01-13T15:17:52.968" v="1544" actId="478"/>
          <ac:picMkLst>
            <pc:docMk/>
            <pc:sldMk cId="3474089456" sldId="354"/>
            <ac:picMk id="1026" creationId="{61CFB435-605F-7D00-5408-E35A99602C72}"/>
          </ac:picMkLst>
        </pc:picChg>
      </pc:sldChg>
      <pc:sldChg chg="addSp delSp modSp del mod">
        <pc:chgData name="Carlo Solimando" userId="bb061ef7-74b3-4ef2-a709-7f17319b9cd3" providerId="ADAL" clId="{D5D3F0D0-45C0-4800-8D67-9BAE13D67D4A}" dt="2026-01-13T14:33:04.252" v="593" actId="47"/>
        <pc:sldMkLst>
          <pc:docMk/>
          <pc:sldMk cId="1522734025" sldId="355"/>
        </pc:sldMkLst>
        <pc:spChg chg="del">
          <ac:chgData name="Carlo Solimando" userId="bb061ef7-74b3-4ef2-a709-7f17319b9cd3" providerId="ADAL" clId="{D5D3F0D0-45C0-4800-8D67-9BAE13D67D4A}" dt="2026-01-13T11:15:03.886" v="231" actId="478"/>
          <ac:spMkLst>
            <pc:docMk/>
            <pc:sldMk cId="1522734025" sldId="355"/>
            <ac:spMk id="2" creationId="{732919ED-B165-D180-C07C-2D8E56ABADAF}"/>
          </ac:spMkLst>
        </pc:spChg>
        <pc:spChg chg="add mod">
          <ac:chgData name="Carlo Solimando" userId="bb061ef7-74b3-4ef2-a709-7f17319b9cd3" providerId="ADAL" clId="{D5D3F0D0-45C0-4800-8D67-9BAE13D67D4A}" dt="2026-01-13T14:27:27.835" v="404" actId="790"/>
          <ac:spMkLst>
            <pc:docMk/>
            <pc:sldMk cId="1522734025" sldId="355"/>
            <ac:spMk id="3" creationId="{AA364EBE-C5D8-7565-7353-9BF7A16D09EF}"/>
          </ac:spMkLst>
        </pc:spChg>
        <pc:spChg chg="mod">
          <ac:chgData name="Carlo Solimando" userId="bb061ef7-74b3-4ef2-a709-7f17319b9cd3" providerId="ADAL" clId="{D5D3F0D0-45C0-4800-8D67-9BAE13D67D4A}" dt="2026-01-13T14:27:27.835" v="404" actId="790"/>
          <ac:spMkLst>
            <pc:docMk/>
            <pc:sldMk cId="1522734025" sldId="355"/>
            <ac:spMk id="17410" creationId="{CCEA8DD9-D4D8-EDE3-0550-D638A0177E85}"/>
          </ac:spMkLst>
        </pc:spChg>
        <pc:spChg chg="mod">
          <ac:chgData name="Carlo Solimando" userId="bb061ef7-74b3-4ef2-a709-7f17319b9cd3" providerId="ADAL" clId="{D5D3F0D0-45C0-4800-8D67-9BAE13D67D4A}" dt="2026-01-13T14:27:27.835" v="404" actId="790"/>
          <ac:spMkLst>
            <pc:docMk/>
            <pc:sldMk cId="1522734025" sldId="355"/>
            <ac:spMk id="17411" creationId="{1A2BD854-E200-B10B-4F1B-DE9ECBB5CE56}"/>
          </ac:spMkLst>
        </pc:spChg>
      </pc:sldChg>
      <pc:sldChg chg="addSp delSp modSp del mod">
        <pc:chgData name="Carlo Solimando" userId="bb061ef7-74b3-4ef2-a709-7f17319b9cd3" providerId="ADAL" clId="{D5D3F0D0-45C0-4800-8D67-9BAE13D67D4A}" dt="2026-01-13T14:33:19.960" v="594" actId="47"/>
        <pc:sldMkLst>
          <pc:docMk/>
          <pc:sldMk cId="4088272491" sldId="356"/>
        </pc:sldMkLst>
        <pc:spChg chg="del">
          <ac:chgData name="Carlo Solimando" userId="bb061ef7-74b3-4ef2-a709-7f17319b9cd3" providerId="ADAL" clId="{D5D3F0D0-45C0-4800-8D67-9BAE13D67D4A}" dt="2026-01-13T11:15:08.979" v="233" actId="478"/>
          <ac:spMkLst>
            <pc:docMk/>
            <pc:sldMk cId="4088272491" sldId="356"/>
            <ac:spMk id="2" creationId="{95B8EEF3-BC6A-1C5B-C367-78983A2DAB59}"/>
          </ac:spMkLst>
        </pc:spChg>
        <pc:spChg chg="add mod">
          <ac:chgData name="Carlo Solimando" userId="bb061ef7-74b3-4ef2-a709-7f17319b9cd3" providerId="ADAL" clId="{D5D3F0D0-45C0-4800-8D67-9BAE13D67D4A}" dt="2026-01-13T14:27:27.835" v="404" actId="790"/>
          <ac:spMkLst>
            <pc:docMk/>
            <pc:sldMk cId="4088272491" sldId="356"/>
            <ac:spMk id="3" creationId="{8597113D-096B-4E51-377B-E2E35C4984B3}"/>
          </ac:spMkLst>
        </pc:spChg>
        <pc:spChg chg="mod">
          <ac:chgData name="Carlo Solimando" userId="bb061ef7-74b3-4ef2-a709-7f17319b9cd3" providerId="ADAL" clId="{D5D3F0D0-45C0-4800-8D67-9BAE13D67D4A}" dt="2026-01-13T14:27:27.835" v="404" actId="790"/>
          <ac:spMkLst>
            <pc:docMk/>
            <pc:sldMk cId="4088272491" sldId="356"/>
            <ac:spMk id="17410" creationId="{A1EF5572-7AAE-F47D-C1BA-8B9455865525}"/>
          </ac:spMkLst>
        </pc:spChg>
        <pc:spChg chg="mod">
          <ac:chgData name="Carlo Solimando" userId="bb061ef7-74b3-4ef2-a709-7f17319b9cd3" providerId="ADAL" clId="{D5D3F0D0-45C0-4800-8D67-9BAE13D67D4A}" dt="2026-01-13T14:27:27.835" v="404" actId="790"/>
          <ac:spMkLst>
            <pc:docMk/>
            <pc:sldMk cId="4088272491" sldId="356"/>
            <ac:spMk id="17411" creationId="{A4893F69-CF11-3D43-4064-878D4DE582F2}"/>
          </ac:spMkLst>
        </pc:spChg>
      </pc:sldChg>
      <pc:sldChg chg="modSp mod">
        <pc:chgData name="Carlo Solimando" userId="bb061ef7-74b3-4ef2-a709-7f17319b9cd3" providerId="ADAL" clId="{D5D3F0D0-45C0-4800-8D67-9BAE13D67D4A}" dt="2026-01-13T14:37:51.561" v="623" actId="790"/>
        <pc:sldMkLst>
          <pc:docMk/>
          <pc:sldMk cId="2215388135" sldId="357"/>
        </pc:sldMkLst>
        <pc:spChg chg="mod">
          <ac:chgData name="Carlo Solimando" userId="bb061ef7-74b3-4ef2-a709-7f17319b9cd3" providerId="ADAL" clId="{D5D3F0D0-45C0-4800-8D67-9BAE13D67D4A}" dt="2026-01-13T14:37:51.561" v="623" actId="790"/>
          <ac:spMkLst>
            <pc:docMk/>
            <pc:sldMk cId="2215388135" sldId="357"/>
            <ac:spMk id="4" creationId="{0A967E85-D163-DFC7-1179-14FB83EBC6C7}"/>
          </ac:spMkLst>
        </pc:spChg>
        <pc:spChg chg="mod">
          <ac:chgData name="Carlo Solimando" userId="bb061ef7-74b3-4ef2-a709-7f17319b9cd3" providerId="ADAL" clId="{D5D3F0D0-45C0-4800-8D67-9BAE13D67D4A}" dt="2026-01-13T14:37:51.561" v="623" actId="790"/>
          <ac:spMkLst>
            <pc:docMk/>
            <pc:sldMk cId="2215388135" sldId="357"/>
            <ac:spMk id="16386" creationId="{7A10CAD5-7C5E-9EAA-EA2A-A70C567DDD95}"/>
          </ac:spMkLst>
        </pc:spChg>
        <pc:spChg chg="mod">
          <ac:chgData name="Carlo Solimando" userId="bb061ef7-74b3-4ef2-a709-7f17319b9cd3" providerId="ADAL" clId="{D5D3F0D0-45C0-4800-8D67-9BAE13D67D4A}" dt="2026-01-13T14:37:51.561" v="623" actId="790"/>
          <ac:spMkLst>
            <pc:docMk/>
            <pc:sldMk cId="2215388135" sldId="357"/>
            <ac:spMk id="16387" creationId="{120754CF-F774-46B2-92B7-7C55E45A93F2}"/>
          </ac:spMkLst>
        </pc:spChg>
      </pc:sldChg>
      <pc:sldChg chg="addSp delSp modSp del mod">
        <pc:chgData name="Carlo Solimando" userId="bb061ef7-74b3-4ef2-a709-7f17319b9cd3" providerId="ADAL" clId="{D5D3F0D0-45C0-4800-8D67-9BAE13D67D4A}" dt="2026-01-13T14:47:18.020" v="701" actId="47"/>
        <pc:sldMkLst>
          <pc:docMk/>
          <pc:sldMk cId="1996748029" sldId="358"/>
        </pc:sldMkLst>
        <pc:spChg chg="del">
          <ac:chgData name="Carlo Solimando" userId="bb061ef7-74b3-4ef2-a709-7f17319b9cd3" providerId="ADAL" clId="{D5D3F0D0-45C0-4800-8D67-9BAE13D67D4A}" dt="2026-01-13T11:16:02.508" v="258" actId="478"/>
          <ac:spMkLst>
            <pc:docMk/>
            <pc:sldMk cId="1996748029" sldId="358"/>
            <ac:spMk id="2" creationId="{269CD523-3E88-1E80-BE3B-92659A7A539B}"/>
          </ac:spMkLst>
        </pc:spChg>
        <pc:spChg chg="add mod">
          <ac:chgData name="Carlo Solimando" userId="bb061ef7-74b3-4ef2-a709-7f17319b9cd3" providerId="ADAL" clId="{D5D3F0D0-45C0-4800-8D67-9BAE13D67D4A}" dt="2026-01-13T14:37:51.561" v="623" actId="790"/>
          <ac:spMkLst>
            <pc:docMk/>
            <pc:sldMk cId="1996748029" sldId="358"/>
            <ac:spMk id="3" creationId="{F67076ED-4039-E3B8-6AFB-90D8C260175E}"/>
          </ac:spMkLst>
        </pc:spChg>
        <pc:spChg chg="mod">
          <ac:chgData name="Carlo Solimando" userId="bb061ef7-74b3-4ef2-a709-7f17319b9cd3" providerId="ADAL" clId="{D5D3F0D0-45C0-4800-8D67-9BAE13D67D4A}" dt="2026-01-13T14:37:51.561" v="623" actId="790"/>
          <ac:spMkLst>
            <pc:docMk/>
            <pc:sldMk cId="1996748029" sldId="358"/>
            <ac:spMk id="4" creationId="{E8C703D1-A3F5-E740-F597-171C6E0CF718}"/>
          </ac:spMkLst>
        </pc:spChg>
        <pc:spChg chg="mod">
          <ac:chgData name="Carlo Solimando" userId="bb061ef7-74b3-4ef2-a709-7f17319b9cd3" providerId="ADAL" clId="{D5D3F0D0-45C0-4800-8D67-9BAE13D67D4A}" dt="2026-01-13T14:37:51.561" v="623" actId="790"/>
          <ac:spMkLst>
            <pc:docMk/>
            <pc:sldMk cId="1996748029" sldId="358"/>
            <ac:spMk id="17410" creationId="{2A0CA84A-E93D-C887-F081-BB6750F9D9FF}"/>
          </ac:spMkLst>
        </pc:spChg>
      </pc:sldChg>
      <pc:sldChg chg="addSp delSp modSp del mod">
        <pc:chgData name="Carlo Solimando" userId="bb061ef7-74b3-4ef2-a709-7f17319b9cd3" providerId="ADAL" clId="{D5D3F0D0-45C0-4800-8D67-9BAE13D67D4A}" dt="2026-01-13T14:47:19.158" v="702" actId="47"/>
        <pc:sldMkLst>
          <pc:docMk/>
          <pc:sldMk cId="105059399" sldId="359"/>
        </pc:sldMkLst>
        <pc:spChg chg="del">
          <ac:chgData name="Carlo Solimando" userId="bb061ef7-74b3-4ef2-a709-7f17319b9cd3" providerId="ADAL" clId="{D5D3F0D0-45C0-4800-8D67-9BAE13D67D4A}" dt="2026-01-13T11:16:07.231" v="260" actId="478"/>
          <ac:spMkLst>
            <pc:docMk/>
            <pc:sldMk cId="105059399" sldId="359"/>
            <ac:spMk id="2" creationId="{7649DC0D-3646-83E8-F1E4-C84AEA3648C4}"/>
          </ac:spMkLst>
        </pc:spChg>
        <pc:spChg chg="add mod">
          <ac:chgData name="Carlo Solimando" userId="bb061ef7-74b3-4ef2-a709-7f17319b9cd3" providerId="ADAL" clId="{D5D3F0D0-45C0-4800-8D67-9BAE13D67D4A}" dt="2026-01-13T14:37:51.561" v="623" actId="790"/>
          <ac:spMkLst>
            <pc:docMk/>
            <pc:sldMk cId="105059399" sldId="359"/>
            <ac:spMk id="3" creationId="{E0AC5CC3-753D-CD2E-94DF-E5FE9ECD3B24}"/>
          </ac:spMkLst>
        </pc:spChg>
        <pc:spChg chg="mod">
          <ac:chgData name="Carlo Solimando" userId="bb061ef7-74b3-4ef2-a709-7f17319b9cd3" providerId="ADAL" clId="{D5D3F0D0-45C0-4800-8D67-9BAE13D67D4A}" dt="2026-01-13T14:37:51.561" v="623" actId="790"/>
          <ac:spMkLst>
            <pc:docMk/>
            <pc:sldMk cId="105059399" sldId="359"/>
            <ac:spMk id="4" creationId="{A82C02E3-D88F-2CC8-E46D-4F8DC027E8B4}"/>
          </ac:spMkLst>
        </pc:spChg>
        <pc:spChg chg="mod">
          <ac:chgData name="Carlo Solimando" userId="bb061ef7-74b3-4ef2-a709-7f17319b9cd3" providerId="ADAL" clId="{D5D3F0D0-45C0-4800-8D67-9BAE13D67D4A}" dt="2026-01-13T14:37:51.561" v="623" actId="790"/>
          <ac:spMkLst>
            <pc:docMk/>
            <pc:sldMk cId="105059399" sldId="359"/>
            <ac:spMk id="17410" creationId="{C5C2B805-A5A2-563C-5C8E-DB4005143D79}"/>
          </ac:spMkLst>
        </pc:spChg>
      </pc:sldChg>
      <pc:sldChg chg="addSp delSp modSp del mod">
        <pc:chgData name="Carlo Solimando" userId="bb061ef7-74b3-4ef2-a709-7f17319b9cd3" providerId="ADAL" clId="{D5D3F0D0-45C0-4800-8D67-9BAE13D67D4A}" dt="2026-01-13T14:47:20.093" v="703" actId="47"/>
        <pc:sldMkLst>
          <pc:docMk/>
          <pc:sldMk cId="3002710459" sldId="360"/>
        </pc:sldMkLst>
        <pc:spChg chg="del">
          <ac:chgData name="Carlo Solimando" userId="bb061ef7-74b3-4ef2-a709-7f17319b9cd3" providerId="ADAL" clId="{D5D3F0D0-45C0-4800-8D67-9BAE13D67D4A}" dt="2026-01-13T11:16:11.838" v="262" actId="478"/>
          <ac:spMkLst>
            <pc:docMk/>
            <pc:sldMk cId="3002710459" sldId="360"/>
            <ac:spMk id="2" creationId="{70BD91B6-0691-EE20-800F-DC5205DC4D2C}"/>
          </ac:spMkLst>
        </pc:spChg>
        <pc:spChg chg="add mod">
          <ac:chgData name="Carlo Solimando" userId="bb061ef7-74b3-4ef2-a709-7f17319b9cd3" providerId="ADAL" clId="{D5D3F0D0-45C0-4800-8D67-9BAE13D67D4A}" dt="2026-01-13T14:37:51.561" v="623" actId="790"/>
          <ac:spMkLst>
            <pc:docMk/>
            <pc:sldMk cId="3002710459" sldId="360"/>
            <ac:spMk id="3" creationId="{500B6033-B0E9-1BD3-DAEC-2E35F3BA45B4}"/>
          </ac:spMkLst>
        </pc:spChg>
        <pc:spChg chg="mod">
          <ac:chgData name="Carlo Solimando" userId="bb061ef7-74b3-4ef2-a709-7f17319b9cd3" providerId="ADAL" clId="{D5D3F0D0-45C0-4800-8D67-9BAE13D67D4A}" dt="2026-01-13T14:37:51.561" v="623" actId="790"/>
          <ac:spMkLst>
            <pc:docMk/>
            <pc:sldMk cId="3002710459" sldId="360"/>
            <ac:spMk id="4" creationId="{CC27D91F-C2F9-2742-B25D-89FAF0EA9FD8}"/>
          </ac:spMkLst>
        </pc:spChg>
        <pc:spChg chg="mod">
          <ac:chgData name="Carlo Solimando" userId="bb061ef7-74b3-4ef2-a709-7f17319b9cd3" providerId="ADAL" clId="{D5D3F0D0-45C0-4800-8D67-9BAE13D67D4A}" dt="2026-01-13T14:37:51.561" v="623" actId="790"/>
          <ac:spMkLst>
            <pc:docMk/>
            <pc:sldMk cId="3002710459" sldId="360"/>
            <ac:spMk id="17410" creationId="{0A2F284A-D7DF-9A49-0FF9-46BAFE37F446}"/>
          </ac:spMkLst>
        </pc:spChg>
      </pc:sldChg>
      <pc:sldChg chg="modSp add mod">
        <pc:chgData name="Carlo Solimando" userId="bb061ef7-74b3-4ef2-a709-7f17319b9cd3" providerId="ADAL" clId="{D5D3F0D0-45C0-4800-8D67-9BAE13D67D4A}" dt="2026-01-13T17:00:01.750" v="2307" actId="14100"/>
        <pc:sldMkLst>
          <pc:docMk/>
          <pc:sldMk cId="529200901" sldId="361"/>
        </pc:sldMkLst>
        <pc:spChg chg="mod">
          <ac:chgData name="Carlo Solimando" userId="bb061ef7-74b3-4ef2-a709-7f17319b9cd3" providerId="ADAL" clId="{D5D3F0D0-45C0-4800-8D67-9BAE13D67D4A}" dt="2026-01-13T14:37:51.561" v="623" actId="790"/>
          <ac:spMkLst>
            <pc:docMk/>
            <pc:sldMk cId="529200901" sldId="361"/>
            <ac:spMk id="2" creationId="{2B7F1784-B66E-DD14-15F1-C7B21031ED8F}"/>
          </ac:spMkLst>
        </pc:spChg>
        <pc:spChg chg="mod">
          <ac:chgData name="Carlo Solimando" userId="bb061ef7-74b3-4ef2-a709-7f17319b9cd3" providerId="ADAL" clId="{D5D3F0D0-45C0-4800-8D67-9BAE13D67D4A}" dt="2026-01-13T17:00:01.750" v="2307" actId="14100"/>
          <ac:spMkLst>
            <pc:docMk/>
            <pc:sldMk cId="529200901" sldId="361"/>
            <ac:spMk id="3" creationId="{CABA355B-DA77-E6C6-9892-685E44DB5570}"/>
          </ac:spMkLst>
        </pc:spChg>
        <pc:spChg chg="mod">
          <ac:chgData name="Carlo Solimando" userId="bb061ef7-74b3-4ef2-a709-7f17319b9cd3" providerId="ADAL" clId="{D5D3F0D0-45C0-4800-8D67-9BAE13D67D4A}" dt="2026-01-13T14:37:51.561" v="623" actId="790"/>
          <ac:spMkLst>
            <pc:docMk/>
            <pc:sldMk cId="529200901" sldId="361"/>
            <ac:spMk id="17410" creationId="{CD8225EC-DEF5-C887-D4C0-00A08FB31E25}"/>
          </ac:spMkLst>
        </pc:spChg>
      </pc:sldChg>
      <pc:sldChg chg="del">
        <pc:chgData name="Carlo Solimando" userId="bb061ef7-74b3-4ef2-a709-7f17319b9cd3" providerId="ADAL" clId="{D5D3F0D0-45C0-4800-8D67-9BAE13D67D4A}" dt="2026-01-13T11:16:23.738" v="266" actId="2696"/>
        <pc:sldMkLst>
          <pc:docMk/>
          <pc:sldMk cId="1985938972" sldId="361"/>
        </pc:sldMkLst>
      </pc:sldChg>
      <pc:sldChg chg="addSp delSp modSp add mod">
        <pc:chgData name="Carlo Solimando" userId="bb061ef7-74b3-4ef2-a709-7f17319b9cd3" providerId="ADAL" clId="{D5D3F0D0-45C0-4800-8D67-9BAE13D67D4A}" dt="2026-01-13T17:34:16.283" v="4154" actId="20577"/>
        <pc:sldMkLst>
          <pc:docMk/>
          <pc:sldMk cId="1064550764" sldId="362"/>
        </pc:sldMkLst>
        <pc:spChg chg="add mod">
          <ac:chgData name="Carlo Solimando" userId="bb061ef7-74b3-4ef2-a709-7f17319b9cd3" providerId="ADAL" clId="{D5D3F0D0-45C0-4800-8D67-9BAE13D67D4A}" dt="2026-01-13T17:34:16.283" v="4154" actId="20577"/>
          <ac:spMkLst>
            <pc:docMk/>
            <pc:sldMk cId="1064550764" sldId="362"/>
            <ac:spMk id="2" creationId="{34DF508A-0992-5A4D-CF83-BBAAA88BC27D}"/>
          </ac:spMkLst>
        </pc:spChg>
        <pc:spChg chg="del mod">
          <ac:chgData name="Carlo Solimando" userId="bb061ef7-74b3-4ef2-a709-7f17319b9cd3" providerId="ADAL" clId="{D5D3F0D0-45C0-4800-8D67-9BAE13D67D4A}" dt="2026-01-13T15:21:26.894" v="1631" actId="478"/>
          <ac:spMkLst>
            <pc:docMk/>
            <pc:sldMk cId="1064550764" sldId="362"/>
            <ac:spMk id="3" creationId="{452AE543-A931-7205-77B8-A40A4F0E4F13}"/>
          </ac:spMkLst>
        </pc:spChg>
        <pc:spChg chg="mod">
          <ac:chgData name="Carlo Solimando" userId="bb061ef7-74b3-4ef2-a709-7f17319b9cd3" providerId="ADAL" clId="{D5D3F0D0-45C0-4800-8D67-9BAE13D67D4A}" dt="2026-01-13T14:38:58.618" v="625"/>
          <ac:spMkLst>
            <pc:docMk/>
            <pc:sldMk cId="1064550764" sldId="362"/>
            <ac:spMk id="17410" creationId="{7E7FED08-35A8-61FE-7D23-303D39CC712A}"/>
          </ac:spMkLst>
        </pc:spChg>
        <pc:picChg chg="del">
          <ac:chgData name="Carlo Solimando" userId="bb061ef7-74b3-4ef2-a709-7f17319b9cd3" providerId="ADAL" clId="{D5D3F0D0-45C0-4800-8D67-9BAE13D67D4A}" dt="2026-01-13T14:39:04.892" v="626" actId="478"/>
          <ac:picMkLst>
            <pc:docMk/>
            <pc:sldMk cId="1064550764" sldId="362"/>
            <ac:picMk id="1026" creationId="{08018CAD-15E3-9DEF-2417-2BC356BECB1C}"/>
          </ac:picMkLst>
        </pc:picChg>
      </pc:sldChg>
      <pc:sldChg chg="del">
        <pc:chgData name="Carlo Solimando" userId="bb061ef7-74b3-4ef2-a709-7f17319b9cd3" providerId="ADAL" clId="{D5D3F0D0-45C0-4800-8D67-9BAE13D67D4A}" dt="2026-01-13T11:16:21.647" v="265" actId="2696"/>
        <pc:sldMkLst>
          <pc:docMk/>
          <pc:sldMk cId="3854535344" sldId="362"/>
        </pc:sldMkLst>
      </pc:sldChg>
      <pc:sldChg chg="modSp add mod">
        <pc:chgData name="Carlo Solimando" userId="bb061ef7-74b3-4ef2-a709-7f17319b9cd3" providerId="ADAL" clId="{D5D3F0D0-45C0-4800-8D67-9BAE13D67D4A}" dt="2026-01-13T17:08:52.619" v="2830" actId="20577"/>
        <pc:sldMkLst>
          <pc:docMk/>
          <pc:sldMk cId="2562799092" sldId="363"/>
        </pc:sldMkLst>
        <pc:spChg chg="mod">
          <ac:chgData name="Carlo Solimando" userId="bb061ef7-74b3-4ef2-a709-7f17319b9cd3" providerId="ADAL" clId="{D5D3F0D0-45C0-4800-8D67-9BAE13D67D4A}" dt="2026-01-13T16:59:44.913" v="2279" actId="20577"/>
          <ac:spMkLst>
            <pc:docMk/>
            <pc:sldMk cId="2562799092" sldId="363"/>
            <ac:spMk id="17410" creationId="{C445BA5D-E989-CEDA-7A3A-234A8239F406}"/>
          </ac:spMkLst>
        </pc:spChg>
        <pc:spChg chg="mod">
          <ac:chgData name="Carlo Solimando" userId="bb061ef7-74b3-4ef2-a709-7f17319b9cd3" providerId="ADAL" clId="{D5D3F0D0-45C0-4800-8D67-9BAE13D67D4A}" dt="2026-01-13T17:08:52.619" v="2830" actId="20577"/>
          <ac:spMkLst>
            <pc:docMk/>
            <pc:sldMk cId="2562799092" sldId="363"/>
            <ac:spMk id="17411" creationId="{14AC3CC2-2EDA-58BB-905F-2AC37B7C194F}"/>
          </ac:spMkLst>
        </pc:spChg>
      </pc:sldChg>
      <pc:sldChg chg="del">
        <pc:chgData name="Carlo Solimando" userId="bb061ef7-74b3-4ef2-a709-7f17319b9cd3" providerId="ADAL" clId="{D5D3F0D0-45C0-4800-8D67-9BAE13D67D4A}" dt="2026-01-13T11:16:19.332" v="264" actId="2696"/>
        <pc:sldMkLst>
          <pc:docMk/>
          <pc:sldMk cId="2935007778" sldId="363"/>
        </pc:sldMkLst>
      </pc:sldChg>
      <pc:sldChg chg="modSp add mod">
        <pc:chgData name="Carlo Solimando" userId="bb061ef7-74b3-4ef2-a709-7f17319b9cd3" providerId="ADAL" clId="{D5D3F0D0-45C0-4800-8D67-9BAE13D67D4A}" dt="2026-01-13T16:57:59.086" v="2224" actId="20577"/>
        <pc:sldMkLst>
          <pc:docMk/>
          <pc:sldMk cId="2684712699" sldId="364"/>
        </pc:sldMkLst>
        <pc:spChg chg="mod">
          <ac:chgData name="Carlo Solimando" userId="bb061ef7-74b3-4ef2-a709-7f17319b9cd3" providerId="ADAL" clId="{D5D3F0D0-45C0-4800-8D67-9BAE13D67D4A}" dt="2026-01-13T14:46:52.156" v="698" actId="20577"/>
          <ac:spMkLst>
            <pc:docMk/>
            <pc:sldMk cId="2684712699" sldId="364"/>
            <ac:spMk id="17410" creationId="{20597BE3-134B-D130-43CE-E9969E0CE4B2}"/>
          </ac:spMkLst>
        </pc:spChg>
        <pc:spChg chg="mod">
          <ac:chgData name="Carlo Solimando" userId="bb061ef7-74b3-4ef2-a709-7f17319b9cd3" providerId="ADAL" clId="{D5D3F0D0-45C0-4800-8D67-9BAE13D67D4A}" dt="2026-01-13T16:57:59.086" v="2224" actId="20577"/>
          <ac:spMkLst>
            <pc:docMk/>
            <pc:sldMk cId="2684712699" sldId="364"/>
            <ac:spMk id="17411" creationId="{A225C730-2438-D228-F6C4-A7930334A4B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3DA19F6E-CD2D-6F9C-3703-75998D69D99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96" charset="-128"/>
              </a:defRPr>
            </a:lvl1pPr>
          </a:lstStyle>
          <a:p>
            <a:pPr>
              <a:defRPr/>
            </a:pPr>
            <a:endParaRPr lang="it-IT"/>
          </a:p>
        </p:txBody>
      </p:sp>
      <p:sp>
        <p:nvSpPr>
          <p:cNvPr id="10243" name="Rectangle 3">
            <a:extLst>
              <a:ext uri="{FF2B5EF4-FFF2-40B4-BE49-F238E27FC236}">
                <a16:creationId xmlns:a16="http://schemas.microsoft.com/office/drawing/2014/main" id="{D1920C04-DE88-2353-763A-AE61F6FF9957}"/>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96" charset="-128"/>
              </a:defRPr>
            </a:lvl1pPr>
          </a:lstStyle>
          <a:p>
            <a:pPr>
              <a:defRPr/>
            </a:pPr>
            <a:endParaRPr lang="it-IT"/>
          </a:p>
        </p:txBody>
      </p:sp>
      <p:sp>
        <p:nvSpPr>
          <p:cNvPr id="15364" name="Rectangle 4">
            <a:extLst>
              <a:ext uri="{FF2B5EF4-FFF2-40B4-BE49-F238E27FC236}">
                <a16:creationId xmlns:a16="http://schemas.microsoft.com/office/drawing/2014/main" id="{9C238121-6183-733C-D56D-BF28A23223C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5" name="Rectangle 5">
            <a:extLst>
              <a:ext uri="{FF2B5EF4-FFF2-40B4-BE49-F238E27FC236}">
                <a16:creationId xmlns:a16="http://schemas.microsoft.com/office/drawing/2014/main" id="{AD52ACA1-118F-BE64-0D15-B0C119427D6D}"/>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it-IT" noProof="0"/>
              <a:t>Fare clic per modificare gli stili del testo dello schema</a:t>
            </a:r>
          </a:p>
          <a:p>
            <a:pPr lvl="1"/>
            <a:r>
              <a:rPr lang="it-IT" noProof="0"/>
              <a:t>Secondo livello</a:t>
            </a:r>
          </a:p>
          <a:p>
            <a:pPr lvl="2"/>
            <a:r>
              <a:rPr lang="it-IT" noProof="0"/>
              <a:t>Terzo livello</a:t>
            </a:r>
          </a:p>
          <a:p>
            <a:pPr lvl="3"/>
            <a:r>
              <a:rPr lang="it-IT" noProof="0"/>
              <a:t>Quarto livello</a:t>
            </a:r>
          </a:p>
          <a:p>
            <a:pPr lvl="4"/>
            <a:r>
              <a:rPr lang="it-IT" noProof="0"/>
              <a:t>Quinto livello</a:t>
            </a:r>
          </a:p>
        </p:txBody>
      </p:sp>
      <p:sp>
        <p:nvSpPr>
          <p:cNvPr id="10246" name="Rectangle 6">
            <a:extLst>
              <a:ext uri="{FF2B5EF4-FFF2-40B4-BE49-F238E27FC236}">
                <a16:creationId xmlns:a16="http://schemas.microsoft.com/office/drawing/2014/main" id="{8D228D2B-25FD-0AC9-8956-AFAA32CF23AB}"/>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96" charset="-128"/>
              </a:defRPr>
            </a:lvl1pPr>
          </a:lstStyle>
          <a:p>
            <a:pPr>
              <a:defRPr/>
            </a:pPr>
            <a:endParaRPr lang="it-IT"/>
          </a:p>
        </p:txBody>
      </p:sp>
      <p:sp>
        <p:nvSpPr>
          <p:cNvPr id="10247" name="Rectangle 7">
            <a:extLst>
              <a:ext uri="{FF2B5EF4-FFF2-40B4-BE49-F238E27FC236}">
                <a16:creationId xmlns:a16="http://schemas.microsoft.com/office/drawing/2014/main" id="{9A45413C-82C0-3250-5E1A-0526D8793BB8}"/>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pPr>
              <a:defRPr/>
            </a:pPr>
            <a:fld id="{BD0FA646-75BD-B840-9719-82553D949B89}" type="slidenum">
              <a:rPr lang="it-IT" altLang="it-IT"/>
              <a:pPr>
                <a:defRPr/>
              </a:pPr>
              <a:t>‹#›</a:t>
            </a:fld>
            <a:endParaRPr lang="it-IT" altLang="it-IT"/>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96"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96"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96"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96"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9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pPr>
              <a:defRPr/>
            </a:pPr>
            <a:fld id="{BD0FA646-75BD-B840-9719-82553D949B89}" type="slidenum">
              <a:rPr lang="it-IT" altLang="it-IT" smtClean="0"/>
              <a:pPr>
                <a:defRPr/>
              </a:pPr>
              <a:t>2</a:t>
            </a:fld>
            <a:endParaRPr lang="it-IT" altLang="it-IT"/>
          </a:p>
        </p:txBody>
      </p:sp>
    </p:spTree>
    <p:extLst>
      <p:ext uri="{BB962C8B-B14F-4D97-AF65-F5344CB8AC3E}">
        <p14:creationId xmlns:p14="http://schemas.microsoft.com/office/powerpoint/2010/main" val="349210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6A8BA-6600-01A1-055B-159215ADF4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121346-82B8-1495-1B5C-25689E902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7C757C-6DB7-7FC7-85B2-74804DF3C34B}"/>
              </a:ext>
            </a:extLst>
          </p:cNvPr>
          <p:cNvSpPr>
            <a:spLocks noGrp="1"/>
          </p:cNvSpPr>
          <p:nvPr>
            <p:ph type="body" idx="1"/>
          </p:nvPr>
        </p:nvSpPr>
        <p:spPr/>
        <p:txBody>
          <a:bodyPr/>
          <a:lstStyle/>
          <a:p>
            <a:endParaRPr lang="it-IT" dirty="0"/>
          </a:p>
        </p:txBody>
      </p:sp>
      <p:sp>
        <p:nvSpPr>
          <p:cNvPr id="4" name="Slide Number Placeholder 3">
            <a:extLst>
              <a:ext uri="{FF2B5EF4-FFF2-40B4-BE49-F238E27FC236}">
                <a16:creationId xmlns:a16="http://schemas.microsoft.com/office/drawing/2014/main" id="{7995FEFD-2B08-9BF3-33C1-0187689722F3}"/>
              </a:ext>
            </a:extLst>
          </p:cNvPr>
          <p:cNvSpPr>
            <a:spLocks noGrp="1"/>
          </p:cNvSpPr>
          <p:nvPr>
            <p:ph type="sldNum" sz="quarter" idx="5"/>
          </p:nvPr>
        </p:nvSpPr>
        <p:spPr/>
        <p:txBody>
          <a:bodyPr/>
          <a:lstStyle/>
          <a:p>
            <a:pPr>
              <a:defRPr/>
            </a:pPr>
            <a:fld id="{BD0FA646-75BD-B840-9719-82553D949B89}" type="slidenum">
              <a:rPr lang="it-IT" altLang="it-IT" smtClean="0"/>
              <a:pPr>
                <a:defRPr/>
              </a:pPr>
              <a:t>3</a:t>
            </a:fld>
            <a:endParaRPr lang="it-IT" altLang="it-IT"/>
          </a:p>
        </p:txBody>
      </p:sp>
    </p:spTree>
    <p:extLst>
      <p:ext uri="{BB962C8B-B14F-4D97-AF65-F5344CB8AC3E}">
        <p14:creationId xmlns:p14="http://schemas.microsoft.com/office/powerpoint/2010/main" val="1754442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pPr>
              <a:defRPr/>
            </a:pPr>
            <a:fld id="{BD0FA646-75BD-B840-9719-82553D949B89}" type="slidenum">
              <a:rPr lang="it-IT" altLang="it-IT" smtClean="0"/>
              <a:pPr>
                <a:defRPr/>
              </a:pPr>
              <a:t>5</a:t>
            </a:fld>
            <a:endParaRPr lang="it-IT" altLang="it-IT"/>
          </a:p>
        </p:txBody>
      </p:sp>
    </p:spTree>
    <p:extLst>
      <p:ext uri="{BB962C8B-B14F-4D97-AF65-F5344CB8AC3E}">
        <p14:creationId xmlns:p14="http://schemas.microsoft.com/office/powerpoint/2010/main" val="10344067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2E087-0260-EE6A-ED7A-42BEDFA34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E92EA9-6BB2-FB9C-9833-72B0756850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F727D0-5F57-77E7-D278-1ED6971D8428}"/>
              </a:ext>
            </a:extLst>
          </p:cNvPr>
          <p:cNvSpPr>
            <a:spLocks noGrp="1"/>
          </p:cNvSpPr>
          <p:nvPr>
            <p:ph type="body" idx="1"/>
          </p:nvPr>
        </p:nvSpPr>
        <p:spPr/>
        <p:txBody>
          <a:bodyPr/>
          <a:lstStyle/>
          <a:p>
            <a:endParaRPr lang="it-IT" dirty="0"/>
          </a:p>
        </p:txBody>
      </p:sp>
      <p:sp>
        <p:nvSpPr>
          <p:cNvPr id="4" name="Slide Number Placeholder 3">
            <a:extLst>
              <a:ext uri="{FF2B5EF4-FFF2-40B4-BE49-F238E27FC236}">
                <a16:creationId xmlns:a16="http://schemas.microsoft.com/office/drawing/2014/main" id="{8B5869F8-A9B8-D7EC-162E-4A8CC050D9D0}"/>
              </a:ext>
            </a:extLst>
          </p:cNvPr>
          <p:cNvSpPr>
            <a:spLocks noGrp="1"/>
          </p:cNvSpPr>
          <p:nvPr>
            <p:ph type="sldNum" sz="quarter" idx="5"/>
          </p:nvPr>
        </p:nvSpPr>
        <p:spPr/>
        <p:txBody>
          <a:bodyPr/>
          <a:lstStyle/>
          <a:p>
            <a:pPr>
              <a:defRPr/>
            </a:pPr>
            <a:fld id="{BD0FA646-75BD-B840-9719-82553D949B89}" type="slidenum">
              <a:rPr lang="it-IT" altLang="it-IT" smtClean="0"/>
              <a:pPr>
                <a:defRPr/>
              </a:pPr>
              <a:t>6</a:t>
            </a:fld>
            <a:endParaRPr lang="it-IT" altLang="it-IT"/>
          </a:p>
        </p:txBody>
      </p:sp>
    </p:spTree>
    <p:extLst>
      <p:ext uri="{BB962C8B-B14F-4D97-AF65-F5344CB8AC3E}">
        <p14:creationId xmlns:p14="http://schemas.microsoft.com/office/powerpoint/2010/main" val="408737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5D6AD-4DE7-CBA0-68D5-D71DD6AD6A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E55833-F85B-B9FF-2FAA-A589FC98D7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3DF113-040A-5924-10FE-1061AD0D4B55}"/>
              </a:ext>
            </a:extLst>
          </p:cNvPr>
          <p:cNvSpPr>
            <a:spLocks noGrp="1"/>
          </p:cNvSpPr>
          <p:nvPr>
            <p:ph type="body" idx="1"/>
          </p:nvPr>
        </p:nvSpPr>
        <p:spPr/>
        <p:txBody>
          <a:bodyPr/>
          <a:lstStyle/>
          <a:p>
            <a:endParaRPr lang="it-IT" dirty="0"/>
          </a:p>
        </p:txBody>
      </p:sp>
      <p:sp>
        <p:nvSpPr>
          <p:cNvPr id="4" name="Slide Number Placeholder 3">
            <a:extLst>
              <a:ext uri="{FF2B5EF4-FFF2-40B4-BE49-F238E27FC236}">
                <a16:creationId xmlns:a16="http://schemas.microsoft.com/office/drawing/2014/main" id="{83406225-5830-679E-E47E-F244AFD1A555}"/>
              </a:ext>
            </a:extLst>
          </p:cNvPr>
          <p:cNvSpPr>
            <a:spLocks noGrp="1"/>
          </p:cNvSpPr>
          <p:nvPr>
            <p:ph type="sldNum" sz="quarter" idx="5"/>
          </p:nvPr>
        </p:nvSpPr>
        <p:spPr/>
        <p:txBody>
          <a:bodyPr/>
          <a:lstStyle/>
          <a:p>
            <a:pPr>
              <a:defRPr/>
            </a:pPr>
            <a:fld id="{BD0FA646-75BD-B840-9719-82553D949B89}" type="slidenum">
              <a:rPr lang="it-IT" altLang="it-IT" smtClean="0"/>
              <a:pPr>
                <a:defRPr/>
              </a:pPr>
              <a:t>7</a:t>
            </a:fld>
            <a:endParaRPr lang="it-IT" altLang="it-IT"/>
          </a:p>
        </p:txBody>
      </p:sp>
    </p:spTree>
    <p:extLst>
      <p:ext uri="{BB962C8B-B14F-4D97-AF65-F5344CB8AC3E}">
        <p14:creationId xmlns:p14="http://schemas.microsoft.com/office/powerpoint/2010/main" val="35825214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 name="Picture 4" descr="Mate_cover">
            <a:extLst>
              <a:ext uri="{FF2B5EF4-FFF2-40B4-BE49-F238E27FC236}">
                <a16:creationId xmlns:a16="http://schemas.microsoft.com/office/drawing/2014/main" id="{4CF3DD65-0C57-116D-2681-39CE4C348C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9600"/>
            <a:ext cx="9145588"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2457450" y="3184525"/>
            <a:ext cx="6438900" cy="641350"/>
          </a:xfrm>
        </p:spPr>
        <p:txBody>
          <a:bodyPr/>
          <a:lstStyle>
            <a:lvl1pPr>
              <a:defRPr/>
            </a:lvl1pPr>
          </a:lstStyle>
          <a:p>
            <a:r>
              <a:rPr lang="it-IT"/>
              <a:t>Fare clic per modificare lo stile del titolo</a:t>
            </a:r>
          </a:p>
        </p:txBody>
      </p:sp>
      <p:sp>
        <p:nvSpPr>
          <p:cNvPr id="4099" name="Rectangle 3"/>
          <p:cNvSpPr>
            <a:spLocks noGrp="1" noChangeArrowheads="1"/>
          </p:cNvSpPr>
          <p:nvPr>
            <p:ph type="subTitle" idx="1"/>
          </p:nvPr>
        </p:nvSpPr>
        <p:spPr>
          <a:xfrm>
            <a:off x="2470150" y="2743200"/>
            <a:ext cx="6883400" cy="419100"/>
          </a:xfrm>
        </p:spPr>
        <p:txBody>
          <a:bodyPr/>
          <a:lstStyle>
            <a:lvl1pPr marL="0" indent="0">
              <a:defRPr/>
            </a:lvl1pPr>
          </a:lstStyle>
          <a:p>
            <a:r>
              <a:rPr lang="it-IT"/>
              <a:t>Fare clic per modificare lo stile del sottotitolo dello schema</a:t>
            </a:r>
          </a:p>
        </p:txBody>
      </p:sp>
    </p:spTree>
    <p:extLst>
      <p:ext uri="{BB962C8B-B14F-4D97-AF65-F5344CB8AC3E}">
        <p14:creationId xmlns:p14="http://schemas.microsoft.com/office/powerpoint/2010/main" val="2178389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20989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Tree>
    <p:extLst>
      <p:ext uri="{BB962C8B-B14F-4D97-AF65-F5344CB8AC3E}">
        <p14:creationId xmlns:p14="http://schemas.microsoft.com/office/powerpoint/2010/main" val="3642064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2476500" y="3048000"/>
            <a:ext cx="3810000" cy="2743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438900" y="3048000"/>
            <a:ext cx="3810000" cy="2743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138201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57200" y="274638"/>
            <a:ext cx="8229600" cy="1143000"/>
          </a:xfrm>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2631658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Tree>
    <p:extLst>
      <p:ext uri="{BB962C8B-B14F-4D97-AF65-F5344CB8AC3E}">
        <p14:creationId xmlns:p14="http://schemas.microsoft.com/office/powerpoint/2010/main" val="2879774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43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Tree>
    <p:extLst>
      <p:ext uri="{BB962C8B-B14F-4D97-AF65-F5344CB8AC3E}">
        <p14:creationId xmlns:p14="http://schemas.microsoft.com/office/powerpoint/2010/main" val="78961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it-IT" noProof="0"/>
              <a:t>Fare clic sull'icona per inserire un'immagine</a:t>
            </a:r>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Tree>
    <p:extLst>
      <p:ext uri="{BB962C8B-B14F-4D97-AF65-F5344CB8AC3E}">
        <p14:creationId xmlns:p14="http://schemas.microsoft.com/office/powerpoint/2010/main" val="579738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811672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301038" y="2336800"/>
            <a:ext cx="1947862" cy="3454400"/>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2457450" y="2336800"/>
            <a:ext cx="5691188" cy="3454400"/>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831923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it-IT"/>
              <a:t>Fare clic per modificare lo stile del sottotitolo dello schema</a:t>
            </a:r>
          </a:p>
        </p:txBody>
      </p:sp>
      <p:sp>
        <p:nvSpPr>
          <p:cNvPr id="4" name="Segnaposto piè di pagina 3">
            <a:extLst>
              <a:ext uri="{FF2B5EF4-FFF2-40B4-BE49-F238E27FC236}">
                <a16:creationId xmlns:a16="http://schemas.microsoft.com/office/drawing/2014/main" id="{20A495EE-3FAF-DA99-A867-602F928B4B59}"/>
              </a:ext>
            </a:extLst>
          </p:cNvPr>
          <p:cNvSpPr>
            <a:spLocks noGrp="1"/>
          </p:cNvSpPr>
          <p:nvPr>
            <p:ph type="ftr" sz="quarter" idx="10"/>
          </p:nvPr>
        </p:nvSpPr>
        <p:spPr/>
        <p:txBody>
          <a:bodyPr/>
          <a:lstStyle>
            <a:lvl1pPr>
              <a:defRPr/>
            </a:lvl1pPr>
          </a:lstStyle>
          <a:p>
            <a:pPr>
              <a:defRPr/>
            </a:pPr>
            <a:r>
              <a:rPr lang="it-IT"/>
              <a:t>Piè di pagina: spazio libero per eventuale                                                      nome struttura o altro</a:t>
            </a:r>
            <a:endParaRPr lang="it-IT" sz="1400">
              <a:solidFill>
                <a:schemeClr val="tx1"/>
              </a:solidFill>
              <a:latin typeface="Arial" charset="0"/>
            </a:endParaRPr>
          </a:p>
        </p:txBody>
      </p:sp>
    </p:spTree>
    <p:extLst>
      <p:ext uri="{BB962C8B-B14F-4D97-AF65-F5344CB8AC3E}">
        <p14:creationId xmlns:p14="http://schemas.microsoft.com/office/powerpoint/2010/main" val="1819250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piè di pagina 3">
            <a:extLst>
              <a:ext uri="{FF2B5EF4-FFF2-40B4-BE49-F238E27FC236}">
                <a16:creationId xmlns:a16="http://schemas.microsoft.com/office/drawing/2014/main" id="{66E2505B-875D-EBFF-01EE-882945BEE768}"/>
              </a:ext>
            </a:extLst>
          </p:cNvPr>
          <p:cNvSpPr>
            <a:spLocks noGrp="1"/>
          </p:cNvSpPr>
          <p:nvPr>
            <p:ph type="ftr" sz="quarter" idx="10"/>
          </p:nvPr>
        </p:nvSpPr>
        <p:spPr/>
        <p:txBody>
          <a:bodyPr/>
          <a:lstStyle>
            <a:lvl1pPr>
              <a:defRPr/>
            </a:lvl1pPr>
          </a:lstStyle>
          <a:p>
            <a:pPr>
              <a:defRPr/>
            </a:pPr>
            <a:r>
              <a:rPr lang="it-IT"/>
              <a:t>Piè di pagina: spazio libero per eventuale                                                      nome struttura o altro</a:t>
            </a:r>
            <a:endParaRPr lang="it-IT" sz="1400">
              <a:solidFill>
                <a:schemeClr val="tx1"/>
              </a:solidFill>
              <a:latin typeface="Arial" charset="0"/>
            </a:endParaRPr>
          </a:p>
        </p:txBody>
      </p:sp>
    </p:spTree>
    <p:extLst>
      <p:ext uri="{BB962C8B-B14F-4D97-AF65-F5344CB8AC3E}">
        <p14:creationId xmlns:p14="http://schemas.microsoft.com/office/powerpoint/2010/main" val="1409553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
        <p:nvSpPr>
          <p:cNvPr id="4" name="Segnaposto piè di pagina 3">
            <a:extLst>
              <a:ext uri="{FF2B5EF4-FFF2-40B4-BE49-F238E27FC236}">
                <a16:creationId xmlns:a16="http://schemas.microsoft.com/office/drawing/2014/main" id="{F3FFFC89-8568-9E8D-EDB2-E691600D252A}"/>
              </a:ext>
            </a:extLst>
          </p:cNvPr>
          <p:cNvSpPr>
            <a:spLocks noGrp="1"/>
          </p:cNvSpPr>
          <p:nvPr>
            <p:ph type="ftr" sz="quarter" idx="10"/>
          </p:nvPr>
        </p:nvSpPr>
        <p:spPr/>
        <p:txBody>
          <a:bodyPr/>
          <a:lstStyle>
            <a:lvl1pPr>
              <a:defRPr/>
            </a:lvl1pPr>
          </a:lstStyle>
          <a:p>
            <a:pPr>
              <a:defRPr/>
            </a:pPr>
            <a:r>
              <a:rPr lang="it-IT"/>
              <a:t>Piè di pagina: spazio libero per eventuale                                                      nome struttura o altro</a:t>
            </a:r>
            <a:endParaRPr lang="it-IT" sz="1400">
              <a:solidFill>
                <a:schemeClr val="tx1"/>
              </a:solidFill>
              <a:latin typeface="Arial" charset="0"/>
            </a:endParaRPr>
          </a:p>
        </p:txBody>
      </p:sp>
    </p:spTree>
    <p:extLst>
      <p:ext uri="{BB962C8B-B14F-4D97-AF65-F5344CB8AC3E}">
        <p14:creationId xmlns:p14="http://schemas.microsoft.com/office/powerpoint/2010/main" val="515324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381000" y="1339850"/>
            <a:ext cx="39624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495800" y="1339850"/>
            <a:ext cx="39624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piè di pagina 4">
            <a:extLst>
              <a:ext uri="{FF2B5EF4-FFF2-40B4-BE49-F238E27FC236}">
                <a16:creationId xmlns:a16="http://schemas.microsoft.com/office/drawing/2014/main" id="{8A4F506E-1FFC-2AD8-E1F2-F3B1B92AEC7E}"/>
              </a:ext>
            </a:extLst>
          </p:cNvPr>
          <p:cNvSpPr>
            <a:spLocks noGrp="1"/>
          </p:cNvSpPr>
          <p:nvPr>
            <p:ph type="ftr" sz="quarter" idx="10"/>
          </p:nvPr>
        </p:nvSpPr>
        <p:spPr/>
        <p:txBody>
          <a:bodyPr/>
          <a:lstStyle>
            <a:lvl1pPr>
              <a:defRPr/>
            </a:lvl1pPr>
          </a:lstStyle>
          <a:p>
            <a:pPr>
              <a:defRPr/>
            </a:pPr>
            <a:r>
              <a:rPr lang="it-IT"/>
              <a:t>Piè di pagina: spazio libero per eventuale                                                      nome struttura o altro</a:t>
            </a:r>
            <a:endParaRPr lang="it-IT" sz="1400">
              <a:solidFill>
                <a:schemeClr val="tx1"/>
              </a:solidFill>
              <a:latin typeface="Arial" charset="0"/>
            </a:endParaRPr>
          </a:p>
        </p:txBody>
      </p:sp>
    </p:spTree>
    <p:extLst>
      <p:ext uri="{BB962C8B-B14F-4D97-AF65-F5344CB8AC3E}">
        <p14:creationId xmlns:p14="http://schemas.microsoft.com/office/powerpoint/2010/main" val="152198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57200" y="274638"/>
            <a:ext cx="8229600" cy="1143000"/>
          </a:xfrm>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piè di pagina 6">
            <a:extLst>
              <a:ext uri="{FF2B5EF4-FFF2-40B4-BE49-F238E27FC236}">
                <a16:creationId xmlns:a16="http://schemas.microsoft.com/office/drawing/2014/main" id="{92F8C130-9BA5-0848-FD4A-1DA141C4260E}"/>
              </a:ext>
            </a:extLst>
          </p:cNvPr>
          <p:cNvSpPr>
            <a:spLocks noGrp="1"/>
          </p:cNvSpPr>
          <p:nvPr>
            <p:ph type="ftr" sz="quarter" idx="10"/>
          </p:nvPr>
        </p:nvSpPr>
        <p:spPr/>
        <p:txBody>
          <a:bodyPr/>
          <a:lstStyle>
            <a:lvl1pPr>
              <a:defRPr/>
            </a:lvl1pPr>
          </a:lstStyle>
          <a:p>
            <a:pPr>
              <a:defRPr/>
            </a:pPr>
            <a:r>
              <a:rPr lang="it-IT"/>
              <a:t>Piè di pagina: spazio libero per eventuale                                                      nome struttura o altro</a:t>
            </a:r>
            <a:endParaRPr lang="it-IT" sz="1400">
              <a:solidFill>
                <a:schemeClr val="tx1"/>
              </a:solidFill>
              <a:latin typeface="Arial" charset="0"/>
            </a:endParaRPr>
          </a:p>
        </p:txBody>
      </p:sp>
    </p:spTree>
    <p:extLst>
      <p:ext uri="{BB962C8B-B14F-4D97-AF65-F5344CB8AC3E}">
        <p14:creationId xmlns:p14="http://schemas.microsoft.com/office/powerpoint/2010/main" val="2322059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piè di pagina 2">
            <a:extLst>
              <a:ext uri="{FF2B5EF4-FFF2-40B4-BE49-F238E27FC236}">
                <a16:creationId xmlns:a16="http://schemas.microsoft.com/office/drawing/2014/main" id="{C163C096-76A0-E59F-A9DA-34FE962D8E24}"/>
              </a:ext>
            </a:extLst>
          </p:cNvPr>
          <p:cNvSpPr>
            <a:spLocks noGrp="1"/>
          </p:cNvSpPr>
          <p:nvPr>
            <p:ph type="ftr" sz="quarter" idx="10"/>
          </p:nvPr>
        </p:nvSpPr>
        <p:spPr/>
        <p:txBody>
          <a:bodyPr/>
          <a:lstStyle>
            <a:lvl1pPr>
              <a:defRPr/>
            </a:lvl1pPr>
          </a:lstStyle>
          <a:p>
            <a:pPr>
              <a:defRPr/>
            </a:pPr>
            <a:r>
              <a:rPr lang="it-IT"/>
              <a:t>Piè di pagina: spazio libero per eventuale                                                      nome struttura o altro</a:t>
            </a:r>
            <a:endParaRPr lang="it-IT" sz="1400">
              <a:solidFill>
                <a:schemeClr val="tx1"/>
              </a:solidFill>
              <a:latin typeface="Arial" charset="0"/>
            </a:endParaRPr>
          </a:p>
        </p:txBody>
      </p:sp>
    </p:spTree>
    <p:extLst>
      <p:ext uri="{BB962C8B-B14F-4D97-AF65-F5344CB8AC3E}">
        <p14:creationId xmlns:p14="http://schemas.microsoft.com/office/powerpoint/2010/main" val="1170812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piè di pagina 1">
            <a:extLst>
              <a:ext uri="{FF2B5EF4-FFF2-40B4-BE49-F238E27FC236}">
                <a16:creationId xmlns:a16="http://schemas.microsoft.com/office/drawing/2014/main" id="{B8A7E6C5-C9CA-35C2-3846-BFE8D1741E19}"/>
              </a:ext>
            </a:extLst>
          </p:cNvPr>
          <p:cNvSpPr>
            <a:spLocks noGrp="1"/>
          </p:cNvSpPr>
          <p:nvPr>
            <p:ph type="ftr" sz="quarter" idx="10"/>
          </p:nvPr>
        </p:nvSpPr>
        <p:spPr/>
        <p:txBody>
          <a:bodyPr/>
          <a:lstStyle>
            <a:lvl1pPr>
              <a:defRPr/>
            </a:lvl1pPr>
          </a:lstStyle>
          <a:p>
            <a:pPr>
              <a:defRPr/>
            </a:pPr>
            <a:r>
              <a:rPr lang="it-IT"/>
              <a:t>Piè di pagina: spazio libero per eventuale                                                      nome struttura o altro</a:t>
            </a:r>
            <a:endParaRPr lang="it-IT" sz="1400">
              <a:solidFill>
                <a:schemeClr val="tx1"/>
              </a:solidFill>
              <a:latin typeface="Arial" charset="0"/>
            </a:endParaRPr>
          </a:p>
        </p:txBody>
      </p:sp>
    </p:spTree>
    <p:extLst>
      <p:ext uri="{BB962C8B-B14F-4D97-AF65-F5344CB8AC3E}">
        <p14:creationId xmlns:p14="http://schemas.microsoft.com/office/powerpoint/2010/main" val="298990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piè di pagina 4">
            <a:extLst>
              <a:ext uri="{FF2B5EF4-FFF2-40B4-BE49-F238E27FC236}">
                <a16:creationId xmlns:a16="http://schemas.microsoft.com/office/drawing/2014/main" id="{0BBCFDFA-EF81-F77F-D48E-E61540F929E3}"/>
              </a:ext>
            </a:extLst>
          </p:cNvPr>
          <p:cNvSpPr>
            <a:spLocks noGrp="1"/>
          </p:cNvSpPr>
          <p:nvPr>
            <p:ph type="ftr" sz="quarter" idx="10"/>
          </p:nvPr>
        </p:nvSpPr>
        <p:spPr/>
        <p:txBody>
          <a:bodyPr/>
          <a:lstStyle>
            <a:lvl1pPr>
              <a:defRPr/>
            </a:lvl1pPr>
          </a:lstStyle>
          <a:p>
            <a:pPr>
              <a:defRPr/>
            </a:pPr>
            <a:r>
              <a:rPr lang="it-IT"/>
              <a:t>Piè di pagina: spazio libero per eventuale                                                      nome struttura o altro</a:t>
            </a:r>
            <a:endParaRPr lang="it-IT" sz="1400">
              <a:solidFill>
                <a:schemeClr val="tx1"/>
              </a:solidFill>
              <a:latin typeface="Arial" charset="0"/>
            </a:endParaRPr>
          </a:p>
        </p:txBody>
      </p:sp>
    </p:spTree>
    <p:extLst>
      <p:ext uri="{BB962C8B-B14F-4D97-AF65-F5344CB8AC3E}">
        <p14:creationId xmlns:p14="http://schemas.microsoft.com/office/powerpoint/2010/main" val="2790402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piè di pagina 4">
            <a:extLst>
              <a:ext uri="{FF2B5EF4-FFF2-40B4-BE49-F238E27FC236}">
                <a16:creationId xmlns:a16="http://schemas.microsoft.com/office/drawing/2014/main" id="{F8F5511E-A310-12FD-F156-8D1D0CAFA1C6}"/>
              </a:ext>
            </a:extLst>
          </p:cNvPr>
          <p:cNvSpPr>
            <a:spLocks noGrp="1"/>
          </p:cNvSpPr>
          <p:nvPr>
            <p:ph type="ftr" sz="quarter" idx="10"/>
          </p:nvPr>
        </p:nvSpPr>
        <p:spPr/>
        <p:txBody>
          <a:bodyPr/>
          <a:lstStyle>
            <a:lvl1pPr>
              <a:defRPr/>
            </a:lvl1pPr>
          </a:lstStyle>
          <a:p>
            <a:pPr>
              <a:defRPr/>
            </a:pPr>
            <a:r>
              <a:rPr lang="it-IT"/>
              <a:t>Piè di pagina: spazio libero per eventuale                                                      nome struttura o altro</a:t>
            </a:r>
            <a:endParaRPr lang="it-IT" sz="1400">
              <a:solidFill>
                <a:schemeClr val="tx1"/>
              </a:solidFill>
              <a:latin typeface="Arial" charset="0"/>
            </a:endParaRPr>
          </a:p>
        </p:txBody>
      </p:sp>
    </p:spTree>
    <p:extLst>
      <p:ext uri="{BB962C8B-B14F-4D97-AF65-F5344CB8AC3E}">
        <p14:creationId xmlns:p14="http://schemas.microsoft.com/office/powerpoint/2010/main" val="329782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piè di pagina 3">
            <a:extLst>
              <a:ext uri="{FF2B5EF4-FFF2-40B4-BE49-F238E27FC236}">
                <a16:creationId xmlns:a16="http://schemas.microsoft.com/office/drawing/2014/main" id="{CE8A3015-F74A-E793-9120-1D115F019F98}"/>
              </a:ext>
            </a:extLst>
          </p:cNvPr>
          <p:cNvSpPr>
            <a:spLocks noGrp="1"/>
          </p:cNvSpPr>
          <p:nvPr>
            <p:ph type="ftr" sz="quarter" idx="10"/>
          </p:nvPr>
        </p:nvSpPr>
        <p:spPr/>
        <p:txBody>
          <a:bodyPr/>
          <a:lstStyle>
            <a:lvl1pPr>
              <a:defRPr/>
            </a:lvl1pPr>
          </a:lstStyle>
          <a:p>
            <a:pPr>
              <a:defRPr/>
            </a:pPr>
            <a:r>
              <a:rPr lang="it-IT"/>
              <a:t>Piè di pagina: spazio libero per eventuale                                                      nome struttura o altro</a:t>
            </a:r>
            <a:endParaRPr lang="it-IT" sz="1400">
              <a:solidFill>
                <a:schemeClr val="tx1"/>
              </a:solidFill>
              <a:latin typeface="Arial" charset="0"/>
            </a:endParaRPr>
          </a:p>
        </p:txBody>
      </p:sp>
    </p:spTree>
    <p:extLst>
      <p:ext uri="{BB962C8B-B14F-4D97-AF65-F5344CB8AC3E}">
        <p14:creationId xmlns:p14="http://schemas.microsoft.com/office/powerpoint/2010/main" val="1187751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467475" y="-241300"/>
            <a:ext cx="2028825" cy="5695950"/>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381000" y="-241300"/>
            <a:ext cx="5934075" cy="5695950"/>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piè di pagina 3">
            <a:extLst>
              <a:ext uri="{FF2B5EF4-FFF2-40B4-BE49-F238E27FC236}">
                <a16:creationId xmlns:a16="http://schemas.microsoft.com/office/drawing/2014/main" id="{ED9CBC74-2D55-E1BA-E42E-DAC1F5C4296E}"/>
              </a:ext>
            </a:extLst>
          </p:cNvPr>
          <p:cNvSpPr>
            <a:spLocks noGrp="1"/>
          </p:cNvSpPr>
          <p:nvPr>
            <p:ph type="ftr" sz="quarter" idx="10"/>
          </p:nvPr>
        </p:nvSpPr>
        <p:spPr/>
        <p:txBody>
          <a:bodyPr/>
          <a:lstStyle>
            <a:lvl1pPr>
              <a:defRPr/>
            </a:lvl1pPr>
          </a:lstStyle>
          <a:p>
            <a:pPr>
              <a:defRPr/>
            </a:pPr>
            <a:r>
              <a:rPr lang="it-IT"/>
              <a:t>Piè di pagina: spazio libero per eventuale                                                      nome struttura o altro</a:t>
            </a:r>
            <a:endParaRPr lang="it-IT" sz="1400">
              <a:solidFill>
                <a:schemeClr val="tx1"/>
              </a:solidFill>
              <a:latin typeface="Arial" charset="0"/>
            </a:endParaRPr>
          </a:p>
        </p:txBody>
      </p:sp>
    </p:spTree>
    <p:extLst>
      <p:ext uri="{BB962C8B-B14F-4D97-AF65-F5344CB8AC3E}">
        <p14:creationId xmlns:p14="http://schemas.microsoft.com/office/powerpoint/2010/main" val="317288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5.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509070D-D9D4-AFFE-1771-0A8A411BFDB1}"/>
              </a:ext>
            </a:extLst>
          </p:cNvPr>
          <p:cNvSpPr>
            <a:spLocks noGrp="1" noChangeArrowheads="1"/>
          </p:cNvSpPr>
          <p:nvPr>
            <p:ph type="title"/>
          </p:nvPr>
        </p:nvSpPr>
        <p:spPr bwMode="auto">
          <a:xfrm>
            <a:off x="2457450" y="2336800"/>
            <a:ext cx="777240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a:t>Fare clic per modificare stile</a:t>
            </a:r>
          </a:p>
        </p:txBody>
      </p:sp>
      <p:sp>
        <p:nvSpPr>
          <p:cNvPr id="1027" name="Rectangle 3">
            <a:extLst>
              <a:ext uri="{FF2B5EF4-FFF2-40B4-BE49-F238E27FC236}">
                <a16:creationId xmlns:a16="http://schemas.microsoft.com/office/drawing/2014/main" id="{C2566FA5-6BBD-32AE-B1A6-56BF83E03294}"/>
              </a:ext>
            </a:extLst>
          </p:cNvPr>
          <p:cNvSpPr>
            <a:spLocks noGrp="1" noChangeArrowheads="1"/>
          </p:cNvSpPr>
          <p:nvPr>
            <p:ph type="body" idx="1"/>
          </p:nvPr>
        </p:nvSpPr>
        <p:spPr bwMode="auto">
          <a:xfrm>
            <a:off x="2476500" y="3048000"/>
            <a:ext cx="77724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a:t>Fare clic per modificare gli stili del testo dello schema</a:t>
            </a:r>
          </a:p>
          <a:p>
            <a:pPr lvl="1"/>
            <a:r>
              <a:rPr lang="it-IT" altLang="it-IT"/>
              <a:t>Secondo livello</a:t>
            </a:r>
          </a:p>
          <a:p>
            <a:pPr lvl="2"/>
            <a:r>
              <a:rPr lang="it-IT" altLang="it-IT"/>
              <a:t>Terzo livello</a:t>
            </a:r>
          </a:p>
          <a:p>
            <a:pPr lvl="3"/>
            <a:r>
              <a:rPr lang="it-IT" altLang="it-IT"/>
              <a:t>Quarto livello</a:t>
            </a:r>
          </a:p>
          <a:p>
            <a:pPr lvl="4"/>
            <a:r>
              <a:rPr lang="it-IT" altLang="it-IT"/>
              <a:t>Quinto livello</a:t>
            </a:r>
          </a:p>
        </p:txBody>
      </p:sp>
      <p:pic>
        <p:nvPicPr>
          <p:cNvPr id="1028" name="Picture 4" descr="Mate_orizz">
            <a:extLst>
              <a:ext uri="{FF2B5EF4-FFF2-40B4-BE49-F238E27FC236}">
                <a16:creationId xmlns:a16="http://schemas.microsoft.com/office/drawing/2014/main" id="{F14EA887-8A25-CD9A-B3F1-CAF6DCD13BF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6237288"/>
            <a:ext cx="91455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671" r:id="rId1"/>
    <p:sldLayoutId id="2147484661" r:id="rId2"/>
    <p:sldLayoutId id="2147484662" r:id="rId3"/>
    <p:sldLayoutId id="2147484663" r:id="rId4"/>
    <p:sldLayoutId id="2147484664" r:id="rId5"/>
    <p:sldLayoutId id="2147484665" r:id="rId6"/>
    <p:sldLayoutId id="2147484666" r:id="rId7"/>
    <p:sldLayoutId id="2147484667" r:id="rId8"/>
    <p:sldLayoutId id="2147484668" r:id="rId9"/>
    <p:sldLayoutId id="2147484669" r:id="rId10"/>
    <p:sldLayoutId id="2147484670"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Trebuchet MS" pitchFamily="96" charset="0"/>
          <a:ea typeface="ＭＳ Ｐゴシック" pitchFamily="96" charset="-128"/>
        </a:defRPr>
      </a:lvl2pPr>
      <a:lvl3pPr algn="l" rtl="0" eaLnBrk="0" fontAlgn="base" hangingPunct="0">
        <a:spcBef>
          <a:spcPct val="0"/>
        </a:spcBef>
        <a:spcAft>
          <a:spcPct val="0"/>
        </a:spcAft>
        <a:defRPr sz="3200">
          <a:solidFill>
            <a:schemeClr val="bg1"/>
          </a:solidFill>
          <a:latin typeface="Trebuchet MS" pitchFamily="96" charset="0"/>
          <a:ea typeface="ＭＳ Ｐゴシック" pitchFamily="96" charset="-128"/>
        </a:defRPr>
      </a:lvl3pPr>
      <a:lvl4pPr algn="l" rtl="0" eaLnBrk="0" fontAlgn="base" hangingPunct="0">
        <a:spcBef>
          <a:spcPct val="0"/>
        </a:spcBef>
        <a:spcAft>
          <a:spcPct val="0"/>
        </a:spcAft>
        <a:defRPr sz="3200">
          <a:solidFill>
            <a:schemeClr val="bg1"/>
          </a:solidFill>
          <a:latin typeface="Trebuchet MS" pitchFamily="96" charset="0"/>
          <a:ea typeface="ＭＳ Ｐゴシック" pitchFamily="96" charset="-128"/>
        </a:defRPr>
      </a:lvl4pPr>
      <a:lvl5pPr algn="l" rtl="0" eaLnBrk="0" fontAlgn="base" hangingPunct="0">
        <a:spcBef>
          <a:spcPct val="0"/>
        </a:spcBef>
        <a:spcAft>
          <a:spcPct val="0"/>
        </a:spcAft>
        <a:defRPr sz="3200">
          <a:solidFill>
            <a:schemeClr val="bg1"/>
          </a:solidFill>
          <a:latin typeface="Trebuchet MS" pitchFamily="96" charset="0"/>
          <a:ea typeface="ＭＳ Ｐゴシック" pitchFamily="96" charset="-128"/>
        </a:defRPr>
      </a:lvl5pPr>
      <a:lvl6pPr marL="457200" algn="l" rtl="0" eaLnBrk="1" fontAlgn="base" hangingPunct="1">
        <a:spcBef>
          <a:spcPct val="0"/>
        </a:spcBef>
        <a:spcAft>
          <a:spcPct val="0"/>
        </a:spcAft>
        <a:defRPr sz="3200">
          <a:solidFill>
            <a:schemeClr val="bg1"/>
          </a:solidFill>
          <a:latin typeface="Trebuchet MS" pitchFamily="96" charset="0"/>
          <a:ea typeface="ＭＳ Ｐゴシック" pitchFamily="96" charset="-128"/>
        </a:defRPr>
      </a:lvl6pPr>
      <a:lvl7pPr marL="914400" algn="l" rtl="0" eaLnBrk="1" fontAlgn="base" hangingPunct="1">
        <a:spcBef>
          <a:spcPct val="0"/>
        </a:spcBef>
        <a:spcAft>
          <a:spcPct val="0"/>
        </a:spcAft>
        <a:defRPr sz="3200">
          <a:solidFill>
            <a:schemeClr val="bg1"/>
          </a:solidFill>
          <a:latin typeface="Trebuchet MS" pitchFamily="96" charset="0"/>
          <a:ea typeface="ＭＳ Ｐゴシック" pitchFamily="96" charset="-128"/>
        </a:defRPr>
      </a:lvl7pPr>
      <a:lvl8pPr marL="1371600" algn="l" rtl="0" eaLnBrk="1" fontAlgn="base" hangingPunct="1">
        <a:spcBef>
          <a:spcPct val="0"/>
        </a:spcBef>
        <a:spcAft>
          <a:spcPct val="0"/>
        </a:spcAft>
        <a:defRPr sz="3200">
          <a:solidFill>
            <a:schemeClr val="bg1"/>
          </a:solidFill>
          <a:latin typeface="Trebuchet MS" pitchFamily="96" charset="0"/>
          <a:ea typeface="ＭＳ Ｐゴシック" pitchFamily="96" charset="-128"/>
        </a:defRPr>
      </a:lvl8pPr>
      <a:lvl9pPr marL="1828800" algn="l" rtl="0" eaLnBrk="1" fontAlgn="base" hangingPunct="1">
        <a:spcBef>
          <a:spcPct val="0"/>
        </a:spcBef>
        <a:spcAft>
          <a:spcPct val="0"/>
        </a:spcAft>
        <a:defRPr sz="3200">
          <a:solidFill>
            <a:schemeClr val="bg1"/>
          </a:solidFill>
          <a:latin typeface="Trebuchet MS" pitchFamily="96" charset="0"/>
          <a:ea typeface="ＭＳ Ｐゴシック" pitchFamily="96" charset="-128"/>
        </a:defRPr>
      </a:lvl9pPr>
    </p:titleStyle>
    <p:bodyStyle>
      <a:lvl1pPr marL="342900" indent="-342900" algn="l" rtl="0" eaLnBrk="0" fontAlgn="base" hangingPunct="0">
        <a:spcBef>
          <a:spcPct val="20000"/>
        </a:spcBef>
        <a:spcAft>
          <a:spcPct val="0"/>
        </a:spcAft>
        <a:defRPr i="1">
          <a:solidFill>
            <a:schemeClr val="bg1"/>
          </a:solidFill>
          <a:latin typeface="+mn-lt"/>
          <a:ea typeface="+mn-ea"/>
          <a:cs typeface="+mn-cs"/>
        </a:defRPr>
      </a:lvl1pPr>
      <a:lvl2pPr marL="742950" indent="-285750" algn="l" rtl="0" eaLnBrk="0" fontAlgn="base" hangingPunct="0">
        <a:spcBef>
          <a:spcPct val="20000"/>
        </a:spcBef>
        <a:spcAft>
          <a:spcPct val="0"/>
        </a:spcAft>
        <a:defRPr sz="1400">
          <a:solidFill>
            <a:schemeClr val="bg1"/>
          </a:solidFill>
          <a:latin typeface="+mn-lt"/>
          <a:ea typeface="+mn-ea"/>
        </a:defRPr>
      </a:lvl2pPr>
      <a:lvl3pPr marL="1143000" indent="-228600" algn="l" rtl="0" eaLnBrk="0" fontAlgn="base" hangingPunct="0">
        <a:spcBef>
          <a:spcPct val="20000"/>
        </a:spcBef>
        <a:spcAft>
          <a:spcPct val="0"/>
        </a:spcAft>
        <a:buChar char="•"/>
        <a:defRPr sz="1400">
          <a:solidFill>
            <a:schemeClr val="bg1"/>
          </a:solidFill>
          <a:latin typeface="+mn-lt"/>
          <a:ea typeface="+mn-ea"/>
        </a:defRPr>
      </a:lvl3pPr>
      <a:lvl4pPr marL="1600200" indent="-228600" algn="l" rtl="0" eaLnBrk="0" fontAlgn="base" hangingPunct="0">
        <a:spcBef>
          <a:spcPct val="20000"/>
        </a:spcBef>
        <a:spcAft>
          <a:spcPct val="0"/>
        </a:spcAft>
        <a:buChar char="–"/>
        <a:defRPr sz="1400">
          <a:solidFill>
            <a:schemeClr val="bg1"/>
          </a:solidFill>
          <a:latin typeface="+mn-lt"/>
          <a:ea typeface="+mn-ea"/>
        </a:defRPr>
      </a:lvl4pPr>
      <a:lvl5pPr marL="2057400" indent="-228600" algn="l" rtl="0" eaLnBrk="0" fontAlgn="base" hangingPunct="0">
        <a:spcBef>
          <a:spcPct val="20000"/>
        </a:spcBef>
        <a:spcAft>
          <a:spcPct val="0"/>
        </a:spcAft>
        <a:buChar char="»"/>
        <a:defRPr sz="1400">
          <a:solidFill>
            <a:schemeClr val="bg1"/>
          </a:solidFill>
          <a:latin typeface="+mn-lt"/>
          <a:ea typeface="+mn-ea"/>
        </a:defRPr>
      </a:lvl5pPr>
      <a:lvl6pPr marL="2514600" indent="-228600" algn="l" rtl="0" eaLnBrk="1" fontAlgn="base" hangingPunct="1">
        <a:spcBef>
          <a:spcPct val="20000"/>
        </a:spcBef>
        <a:spcAft>
          <a:spcPct val="0"/>
        </a:spcAft>
        <a:buChar char="»"/>
        <a:defRPr sz="1400">
          <a:solidFill>
            <a:schemeClr val="bg1"/>
          </a:solidFill>
          <a:latin typeface="+mn-lt"/>
          <a:ea typeface="+mn-ea"/>
        </a:defRPr>
      </a:lvl6pPr>
      <a:lvl7pPr marL="2971800" indent="-228600" algn="l" rtl="0" eaLnBrk="1" fontAlgn="base" hangingPunct="1">
        <a:spcBef>
          <a:spcPct val="20000"/>
        </a:spcBef>
        <a:spcAft>
          <a:spcPct val="0"/>
        </a:spcAft>
        <a:buChar char="»"/>
        <a:defRPr sz="1400">
          <a:solidFill>
            <a:schemeClr val="bg1"/>
          </a:solidFill>
          <a:latin typeface="+mn-lt"/>
          <a:ea typeface="+mn-ea"/>
        </a:defRPr>
      </a:lvl7pPr>
      <a:lvl8pPr marL="3429000" indent="-228600" algn="l" rtl="0" eaLnBrk="1" fontAlgn="base" hangingPunct="1">
        <a:spcBef>
          <a:spcPct val="20000"/>
        </a:spcBef>
        <a:spcAft>
          <a:spcPct val="0"/>
        </a:spcAft>
        <a:buChar char="»"/>
        <a:defRPr sz="1400">
          <a:solidFill>
            <a:schemeClr val="bg1"/>
          </a:solidFill>
          <a:latin typeface="+mn-lt"/>
          <a:ea typeface="+mn-ea"/>
        </a:defRPr>
      </a:lvl8pPr>
      <a:lvl9pPr marL="3886200" indent="-228600" algn="l" rtl="0" eaLnBrk="1" fontAlgn="base" hangingPunct="1">
        <a:spcBef>
          <a:spcPct val="20000"/>
        </a:spcBef>
        <a:spcAft>
          <a:spcPct val="0"/>
        </a:spcAft>
        <a:buChar char="»"/>
        <a:defRPr sz="1400">
          <a:solidFill>
            <a:schemeClr val="bg1"/>
          </a:solidFill>
          <a:latin typeface="+mn-lt"/>
          <a:ea typeface="+mn-ea"/>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pic>
        <p:nvPicPr>
          <p:cNvPr id="2050" name="Picture 2" descr="Mate_orizz">
            <a:extLst>
              <a:ext uri="{FF2B5EF4-FFF2-40B4-BE49-F238E27FC236}">
                <a16:creationId xmlns:a16="http://schemas.microsoft.com/office/drawing/2014/main" id="{FE19951A-5566-E50C-922F-E6AAE9A9BE6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6237288"/>
            <a:ext cx="91455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3">
            <a:extLst>
              <a:ext uri="{FF2B5EF4-FFF2-40B4-BE49-F238E27FC236}">
                <a16:creationId xmlns:a16="http://schemas.microsoft.com/office/drawing/2014/main" id="{F68090C8-DB91-1304-00D2-E5DB43099810}"/>
              </a:ext>
            </a:extLst>
          </p:cNvPr>
          <p:cNvSpPr>
            <a:spLocks noGrp="1" noChangeArrowheads="1"/>
          </p:cNvSpPr>
          <p:nvPr>
            <p:ph type="title"/>
          </p:nvPr>
        </p:nvSpPr>
        <p:spPr bwMode="auto">
          <a:xfrm>
            <a:off x="723900" y="-2413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a:t>Fare clic per modificare stile</a:t>
            </a:r>
          </a:p>
        </p:txBody>
      </p:sp>
      <p:sp>
        <p:nvSpPr>
          <p:cNvPr id="2052" name="Rectangle 4">
            <a:extLst>
              <a:ext uri="{FF2B5EF4-FFF2-40B4-BE49-F238E27FC236}">
                <a16:creationId xmlns:a16="http://schemas.microsoft.com/office/drawing/2014/main" id="{C8E6F065-4FF8-B03D-86C5-973F6359D4C3}"/>
              </a:ext>
            </a:extLst>
          </p:cNvPr>
          <p:cNvSpPr>
            <a:spLocks noGrp="1" noChangeArrowheads="1"/>
          </p:cNvSpPr>
          <p:nvPr>
            <p:ph type="body" idx="1"/>
          </p:nvPr>
        </p:nvSpPr>
        <p:spPr bwMode="auto">
          <a:xfrm>
            <a:off x="381000" y="1339850"/>
            <a:ext cx="8077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a:t>Fare clic per modificare gli stili del testo dello schema</a:t>
            </a:r>
          </a:p>
          <a:p>
            <a:pPr lvl="1"/>
            <a:r>
              <a:rPr lang="it-IT" altLang="it-IT"/>
              <a:t>Secondo livello</a:t>
            </a:r>
          </a:p>
          <a:p>
            <a:pPr lvl="2"/>
            <a:r>
              <a:rPr lang="it-IT" altLang="it-IT"/>
              <a:t>Terzo livello</a:t>
            </a:r>
          </a:p>
          <a:p>
            <a:pPr lvl="3"/>
            <a:r>
              <a:rPr lang="it-IT" altLang="it-IT"/>
              <a:t>Quarto livello</a:t>
            </a:r>
          </a:p>
          <a:p>
            <a:pPr lvl="4"/>
            <a:r>
              <a:rPr lang="it-IT" altLang="it-IT"/>
              <a:t>Quinto livello</a:t>
            </a:r>
          </a:p>
        </p:txBody>
      </p:sp>
      <p:sp>
        <p:nvSpPr>
          <p:cNvPr id="15365" name="Rectangle 5">
            <a:extLst>
              <a:ext uri="{FF2B5EF4-FFF2-40B4-BE49-F238E27FC236}">
                <a16:creationId xmlns:a16="http://schemas.microsoft.com/office/drawing/2014/main" id="{A7304425-2F1E-1644-10FD-33F56B52AED4}"/>
              </a:ext>
            </a:extLst>
          </p:cNvPr>
          <p:cNvSpPr>
            <a:spLocks noGrp="1" noChangeArrowheads="1"/>
          </p:cNvSpPr>
          <p:nvPr>
            <p:ph type="ftr" sz="quarter" idx="3"/>
          </p:nvPr>
        </p:nvSpPr>
        <p:spPr bwMode="auto">
          <a:xfrm>
            <a:off x="749300" y="6324600"/>
            <a:ext cx="39624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000">
                <a:solidFill>
                  <a:schemeClr val="bg1"/>
                </a:solidFill>
                <a:latin typeface="+mn-lt"/>
                <a:ea typeface="ＭＳ Ｐゴシック" pitchFamily="96" charset="-128"/>
              </a:defRPr>
            </a:lvl1pPr>
          </a:lstStyle>
          <a:p>
            <a:pPr>
              <a:defRPr/>
            </a:pPr>
            <a:r>
              <a:rPr lang="it-IT"/>
              <a:t>Piè di pagina: spazio libero per eventuale                                                      nome struttura o altro</a:t>
            </a:r>
            <a:endParaRPr lang="it-IT" sz="1400"/>
          </a:p>
        </p:txBody>
      </p:sp>
      <p:sp>
        <p:nvSpPr>
          <p:cNvPr id="2054" name="Line 6">
            <a:extLst>
              <a:ext uri="{FF2B5EF4-FFF2-40B4-BE49-F238E27FC236}">
                <a16:creationId xmlns:a16="http://schemas.microsoft.com/office/drawing/2014/main" id="{9006177B-34A8-87BC-4CD9-FE9368CA34B5}"/>
              </a:ext>
            </a:extLst>
          </p:cNvPr>
          <p:cNvSpPr>
            <a:spLocks noChangeShapeType="1"/>
          </p:cNvSpPr>
          <p:nvPr/>
        </p:nvSpPr>
        <p:spPr bwMode="auto">
          <a:xfrm>
            <a:off x="0" y="914400"/>
            <a:ext cx="9144000" cy="0"/>
          </a:xfrm>
          <a:prstGeom prst="line">
            <a:avLst/>
          </a:prstGeom>
          <a:noFill/>
          <a:ln w="9525">
            <a:solidFill>
              <a:srgbClr val="172171"/>
            </a:solidFill>
            <a:round/>
            <a:headEnd/>
            <a:tailEnd/>
          </a:ln>
          <a:extLst>
            <a:ext uri="{909E8E84-426E-40DD-AFC4-6F175D3DCCD1}">
              <a14:hiddenFill xmlns:a14="http://schemas.microsoft.com/office/drawing/2010/main">
                <a:noFill/>
              </a14:hiddenFill>
            </a:ext>
          </a:extLst>
        </p:spPr>
        <p:txBody>
          <a:bodyPr wrap="none" anchor="ctr"/>
          <a:lstStyle/>
          <a:p>
            <a:endParaRPr lang="it-IT"/>
          </a:p>
        </p:txBody>
      </p:sp>
    </p:spTree>
  </p:cSld>
  <p:clrMap bg1="lt1" tx1="dk1" bg2="lt2" tx2="dk2" accent1="accent1" accent2="accent2" accent3="accent3" accent4="accent4" accent5="accent5" accent6="accent6" hlink="hlink" folHlink="folHlink"/>
  <p:sldLayoutIdLst>
    <p:sldLayoutId id="2147484672" r:id="rId1"/>
    <p:sldLayoutId id="2147484673" r:id="rId2"/>
    <p:sldLayoutId id="2147484674" r:id="rId3"/>
    <p:sldLayoutId id="2147484675" r:id="rId4"/>
    <p:sldLayoutId id="2147484676" r:id="rId5"/>
    <p:sldLayoutId id="2147484677" r:id="rId6"/>
    <p:sldLayoutId id="2147484678" r:id="rId7"/>
    <p:sldLayoutId id="2147484679" r:id="rId8"/>
    <p:sldLayoutId id="2147484680" r:id="rId9"/>
    <p:sldLayoutId id="2147484681" r:id="rId10"/>
    <p:sldLayoutId id="2147484682"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rtl="0" eaLnBrk="0" fontAlgn="base" hangingPunct="0">
        <a:spcBef>
          <a:spcPct val="0"/>
        </a:spcBef>
        <a:spcAft>
          <a:spcPct val="0"/>
        </a:spcAft>
        <a:defRPr sz="2800" b="1">
          <a:solidFill>
            <a:srgbClr val="071B50"/>
          </a:solidFill>
          <a:latin typeface="+mj-lt"/>
          <a:ea typeface="+mj-ea"/>
          <a:cs typeface="+mj-cs"/>
        </a:defRPr>
      </a:lvl1pPr>
      <a:lvl2pPr algn="l" rtl="0" eaLnBrk="0" fontAlgn="base" hangingPunct="0">
        <a:spcBef>
          <a:spcPct val="0"/>
        </a:spcBef>
        <a:spcAft>
          <a:spcPct val="0"/>
        </a:spcAft>
        <a:defRPr sz="2800" b="1">
          <a:solidFill>
            <a:srgbClr val="071B50"/>
          </a:solidFill>
          <a:latin typeface="Trebuchet MS" pitchFamily="96" charset="0"/>
          <a:ea typeface="ＭＳ Ｐゴシック" pitchFamily="96" charset="-128"/>
        </a:defRPr>
      </a:lvl2pPr>
      <a:lvl3pPr algn="l" rtl="0" eaLnBrk="0" fontAlgn="base" hangingPunct="0">
        <a:spcBef>
          <a:spcPct val="0"/>
        </a:spcBef>
        <a:spcAft>
          <a:spcPct val="0"/>
        </a:spcAft>
        <a:defRPr sz="2800" b="1">
          <a:solidFill>
            <a:srgbClr val="071B50"/>
          </a:solidFill>
          <a:latin typeface="Trebuchet MS" pitchFamily="96" charset="0"/>
          <a:ea typeface="ＭＳ Ｐゴシック" pitchFamily="96" charset="-128"/>
        </a:defRPr>
      </a:lvl3pPr>
      <a:lvl4pPr algn="l" rtl="0" eaLnBrk="0" fontAlgn="base" hangingPunct="0">
        <a:spcBef>
          <a:spcPct val="0"/>
        </a:spcBef>
        <a:spcAft>
          <a:spcPct val="0"/>
        </a:spcAft>
        <a:defRPr sz="2800" b="1">
          <a:solidFill>
            <a:srgbClr val="071B50"/>
          </a:solidFill>
          <a:latin typeface="Trebuchet MS" pitchFamily="96" charset="0"/>
          <a:ea typeface="ＭＳ Ｐゴシック" pitchFamily="96" charset="-128"/>
        </a:defRPr>
      </a:lvl4pPr>
      <a:lvl5pPr algn="l" rtl="0" eaLnBrk="0" fontAlgn="base" hangingPunct="0">
        <a:spcBef>
          <a:spcPct val="0"/>
        </a:spcBef>
        <a:spcAft>
          <a:spcPct val="0"/>
        </a:spcAft>
        <a:defRPr sz="2800" b="1">
          <a:solidFill>
            <a:srgbClr val="071B50"/>
          </a:solidFill>
          <a:latin typeface="Trebuchet MS" pitchFamily="96" charset="0"/>
          <a:ea typeface="ＭＳ Ｐゴシック" pitchFamily="96" charset="-128"/>
        </a:defRPr>
      </a:lvl5pPr>
      <a:lvl6pPr marL="457200" algn="l" rtl="0" fontAlgn="base">
        <a:spcBef>
          <a:spcPct val="0"/>
        </a:spcBef>
        <a:spcAft>
          <a:spcPct val="0"/>
        </a:spcAft>
        <a:defRPr sz="2800" b="1">
          <a:solidFill>
            <a:srgbClr val="071B50"/>
          </a:solidFill>
          <a:latin typeface="Trebuchet MS" pitchFamily="96" charset="0"/>
          <a:ea typeface="ＭＳ Ｐゴシック" pitchFamily="96" charset="-128"/>
        </a:defRPr>
      </a:lvl6pPr>
      <a:lvl7pPr marL="914400" algn="l" rtl="0" fontAlgn="base">
        <a:spcBef>
          <a:spcPct val="0"/>
        </a:spcBef>
        <a:spcAft>
          <a:spcPct val="0"/>
        </a:spcAft>
        <a:defRPr sz="2800" b="1">
          <a:solidFill>
            <a:srgbClr val="071B50"/>
          </a:solidFill>
          <a:latin typeface="Trebuchet MS" pitchFamily="96" charset="0"/>
          <a:ea typeface="ＭＳ Ｐゴシック" pitchFamily="96" charset="-128"/>
        </a:defRPr>
      </a:lvl7pPr>
      <a:lvl8pPr marL="1371600" algn="l" rtl="0" fontAlgn="base">
        <a:spcBef>
          <a:spcPct val="0"/>
        </a:spcBef>
        <a:spcAft>
          <a:spcPct val="0"/>
        </a:spcAft>
        <a:defRPr sz="2800" b="1">
          <a:solidFill>
            <a:srgbClr val="071B50"/>
          </a:solidFill>
          <a:latin typeface="Trebuchet MS" pitchFamily="96" charset="0"/>
          <a:ea typeface="ＭＳ Ｐゴシック" pitchFamily="96" charset="-128"/>
        </a:defRPr>
      </a:lvl8pPr>
      <a:lvl9pPr marL="1828800" algn="l" rtl="0" fontAlgn="base">
        <a:spcBef>
          <a:spcPct val="0"/>
        </a:spcBef>
        <a:spcAft>
          <a:spcPct val="0"/>
        </a:spcAft>
        <a:defRPr sz="2800" b="1">
          <a:solidFill>
            <a:srgbClr val="071B50"/>
          </a:solidFill>
          <a:latin typeface="Trebuchet MS" pitchFamily="96" charset="0"/>
          <a:ea typeface="ＭＳ Ｐゴシック" pitchFamily="96" charset="-128"/>
        </a:defRPr>
      </a:lvl9pPr>
    </p:titleStyle>
    <p:bodyStyle>
      <a:lvl1pPr marL="342900" indent="-342900" algn="l" rtl="0" eaLnBrk="0" fontAlgn="base" hangingPunct="0">
        <a:spcBef>
          <a:spcPct val="20000"/>
        </a:spcBef>
        <a:spcAft>
          <a:spcPct val="0"/>
        </a:spcAft>
        <a:buChar char="•"/>
        <a:defRPr sz="2400">
          <a:solidFill>
            <a:srgbClr val="424242"/>
          </a:solidFill>
          <a:latin typeface="+mn-lt"/>
          <a:ea typeface="+mn-ea"/>
          <a:cs typeface="+mn-cs"/>
        </a:defRPr>
      </a:lvl1pPr>
      <a:lvl2pPr marL="742950" indent="-285750" algn="l" rtl="0" eaLnBrk="0" fontAlgn="base" hangingPunct="0">
        <a:spcBef>
          <a:spcPct val="20000"/>
        </a:spcBef>
        <a:spcAft>
          <a:spcPct val="0"/>
        </a:spcAft>
        <a:buChar char="–"/>
        <a:defRPr sz="2000">
          <a:solidFill>
            <a:srgbClr val="424242"/>
          </a:solidFill>
          <a:latin typeface="+mn-lt"/>
          <a:ea typeface="+mn-ea"/>
        </a:defRPr>
      </a:lvl2pPr>
      <a:lvl3pPr marL="1143000" indent="-228600" algn="l" rtl="0" eaLnBrk="0" fontAlgn="base" hangingPunct="0">
        <a:spcBef>
          <a:spcPct val="20000"/>
        </a:spcBef>
        <a:spcAft>
          <a:spcPct val="0"/>
        </a:spcAft>
        <a:buChar char="•"/>
        <a:defRPr>
          <a:solidFill>
            <a:srgbClr val="424242"/>
          </a:solidFill>
          <a:latin typeface="+mn-lt"/>
          <a:ea typeface="+mn-ea"/>
        </a:defRPr>
      </a:lvl3pPr>
      <a:lvl4pPr marL="1600200" indent="-228600" algn="l" rtl="0" eaLnBrk="0" fontAlgn="base" hangingPunct="0">
        <a:spcBef>
          <a:spcPct val="20000"/>
        </a:spcBef>
        <a:spcAft>
          <a:spcPct val="0"/>
        </a:spcAft>
        <a:buChar char="–"/>
        <a:defRPr sz="1600">
          <a:solidFill>
            <a:srgbClr val="424242"/>
          </a:solidFill>
          <a:latin typeface="+mn-lt"/>
          <a:ea typeface="+mn-ea"/>
        </a:defRPr>
      </a:lvl4pPr>
      <a:lvl5pPr marL="2057400" indent="-228600" algn="l" rtl="0" eaLnBrk="0" fontAlgn="base" hangingPunct="0">
        <a:spcBef>
          <a:spcPct val="20000"/>
        </a:spcBef>
        <a:spcAft>
          <a:spcPct val="0"/>
        </a:spcAft>
        <a:buChar char="»"/>
        <a:defRPr sz="1600">
          <a:solidFill>
            <a:srgbClr val="424242"/>
          </a:solidFill>
          <a:latin typeface="+mn-lt"/>
          <a:ea typeface="+mn-ea"/>
        </a:defRPr>
      </a:lvl5pPr>
      <a:lvl6pPr marL="2514600" indent="-228600" algn="l" rtl="0" fontAlgn="base">
        <a:spcBef>
          <a:spcPct val="20000"/>
        </a:spcBef>
        <a:spcAft>
          <a:spcPct val="0"/>
        </a:spcAft>
        <a:buChar char="»"/>
        <a:defRPr sz="1600">
          <a:solidFill>
            <a:srgbClr val="424242"/>
          </a:solidFill>
          <a:latin typeface="+mn-lt"/>
          <a:ea typeface="+mn-ea"/>
        </a:defRPr>
      </a:lvl6pPr>
      <a:lvl7pPr marL="2971800" indent="-228600" algn="l" rtl="0" fontAlgn="base">
        <a:spcBef>
          <a:spcPct val="20000"/>
        </a:spcBef>
        <a:spcAft>
          <a:spcPct val="0"/>
        </a:spcAft>
        <a:buChar char="»"/>
        <a:defRPr sz="1600">
          <a:solidFill>
            <a:srgbClr val="424242"/>
          </a:solidFill>
          <a:latin typeface="+mn-lt"/>
          <a:ea typeface="+mn-ea"/>
        </a:defRPr>
      </a:lvl7pPr>
      <a:lvl8pPr marL="3429000" indent="-228600" algn="l" rtl="0" fontAlgn="base">
        <a:spcBef>
          <a:spcPct val="20000"/>
        </a:spcBef>
        <a:spcAft>
          <a:spcPct val="0"/>
        </a:spcAft>
        <a:buChar char="»"/>
        <a:defRPr sz="1600">
          <a:solidFill>
            <a:srgbClr val="424242"/>
          </a:solidFill>
          <a:latin typeface="+mn-lt"/>
          <a:ea typeface="+mn-ea"/>
        </a:defRPr>
      </a:lvl8pPr>
      <a:lvl9pPr marL="3886200" indent="-228600" algn="l" rtl="0" fontAlgn="base">
        <a:spcBef>
          <a:spcPct val="20000"/>
        </a:spcBef>
        <a:spcAft>
          <a:spcPct val="0"/>
        </a:spcAft>
        <a:buChar char="»"/>
        <a:defRPr sz="1600">
          <a:solidFill>
            <a:srgbClr val="424242"/>
          </a:solidFill>
          <a:latin typeface="+mn-lt"/>
          <a:ea typeface="+mn-ea"/>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79F9461-A0D5-D13E-D961-E6D8483151CD}"/>
              </a:ext>
            </a:extLst>
          </p:cNvPr>
          <p:cNvSpPr>
            <a:spLocks noGrp="1" noChangeArrowheads="1"/>
          </p:cNvSpPr>
          <p:nvPr>
            <p:ph type="ctrTitle"/>
          </p:nvPr>
        </p:nvSpPr>
        <p:spPr/>
        <p:txBody>
          <a:bodyPr/>
          <a:lstStyle/>
          <a:p>
            <a:pPr eaLnBrk="1" hangingPunct="1"/>
            <a:r>
              <a:rPr lang="en-US" sz="2800" i="1" noProof="0" dirty="0"/>
              <a:t>CS Api Gateway</a:t>
            </a:r>
          </a:p>
        </p:txBody>
      </p:sp>
      <p:sp>
        <p:nvSpPr>
          <p:cNvPr id="16387" name="Rectangle 3">
            <a:extLst>
              <a:ext uri="{FF2B5EF4-FFF2-40B4-BE49-F238E27FC236}">
                <a16:creationId xmlns:a16="http://schemas.microsoft.com/office/drawing/2014/main" id="{AE0BCEEA-FD13-69BD-222B-D8C5F52B2CE3}"/>
              </a:ext>
            </a:extLst>
          </p:cNvPr>
          <p:cNvSpPr>
            <a:spLocks noGrp="1" noChangeArrowheads="1"/>
          </p:cNvSpPr>
          <p:nvPr>
            <p:ph type="subTitle" idx="1"/>
          </p:nvPr>
        </p:nvSpPr>
        <p:spPr/>
        <p:txBody>
          <a:bodyPr/>
          <a:lstStyle/>
          <a:p>
            <a:pPr eaLnBrk="1" hangingPunct="1"/>
            <a:r>
              <a:rPr lang="en-US" noProof="0" dirty="0"/>
              <a:t>Project report</a:t>
            </a:r>
          </a:p>
        </p:txBody>
      </p:sp>
      <p:sp>
        <p:nvSpPr>
          <p:cNvPr id="4" name="Rectangle 3">
            <a:extLst>
              <a:ext uri="{FF2B5EF4-FFF2-40B4-BE49-F238E27FC236}">
                <a16:creationId xmlns:a16="http://schemas.microsoft.com/office/drawing/2014/main" id="{4974B565-3645-02FD-3118-8861FB8BA820}"/>
              </a:ext>
            </a:extLst>
          </p:cNvPr>
          <p:cNvSpPr txBox="1">
            <a:spLocks noChangeArrowheads="1"/>
          </p:cNvSpPr>
          <p:nvPr/>
        </p:nvSpPr>
        <p:spPr bwMode="auto">
          <a:xfrm>
            <a:off x="142875" y="6286500"/>
            <a:ext cx="6883400" cy="419100"/>
          </a:xfrm>
          <a:prstGeom prst="rect">
            <a:avLst/>
          </a:prstGeom>
          <a:noFill/>
          <a:ln w="9525">
            <a:noFill/>
            <a:miter lim="800000"/>
            <a:headEnd/>
            <a:tailEnd/>
          </a:ln>
        </p:spPr>
        <p:txBody>
          <a:bodyPr/>
          <a:lstStyle/>
          <a:p>
            <a:pPr eaLnBrk="1" hangingPunct="1">
              <a:spcBef>
                <a:spcPct val="20000"/>
              </a:spcBef>
              <a:defRPr/>
            </a:pPr>
            <a:r>
              <a:rPr lang="en-US" sz="1800" i="1" kern="0" noProof="0" dirty="0">
                <a:solidFill>
                  <a:schemeClr val="bg1"/>
                </a:solidFill>
                <a:latin typeface="Garamond" pitchFamily="18" charset="0"/>
                <a:ea typeface="+mn-ea"/>
              </a:rPr>
              <a:t>Cloud Computing Technologies (Carlo Solimando)</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olo 1">
            <a:extLst>
              <a:ext uri="{FF2B5EF4-FFF2-40B4-BE49-F238E27FC236}">
                <a16:creationId xmlns:a16="http://schemas.microsoft.com/office/drawing/2014/main" id="{F6E85136-A5EF-7417-BD13-59D3E8D7BC43}"/>
              </a:ext>
            </a:extLst>
          </p:cNvPr>
          <p:cNvSpPr>
            <a:spLocks noGrp="1" noChangeArrowheads="1"/>
          </p:cNvSpPr>
          <p:nvPr>
            <p:ph type="title" idx="4294967295"/>
          </p:nvPr>
        </p:nvSpPr>
        <p:spPr>
          <a:xfrm>
            <a:off x="395536" y="-241300"/>
            <a:ext cx="8100764" cy="1143000"/>
          </a:xfrm>
        </p:spPr>
        <p:txBody>
          <a:bodyPr lIns="45720" rIns="45720"/>
          <a:lstStyle/>
          <a:p>
            <a:pPr eaLnBrk="1" hangingPunct="1"/>
            <a:r>
              <a:rPr lang="en-US" noProof="0" dirty="0"/>
              <a:t>Purpose</a:t>
            </a:r>
            <a:endParaRPr lang="en-US" sz="2400" noProof="0" dirty="0"/>
          </a:p>
        </p:txBody>
      </p:sp>
      <p:sp>
        <p:nvSpPr>
          <p:cNvPr id="2" name="Segnaposto piè di pagina 3">
            <a:extLst>
              <a:ext uri="{FF2B5EF4-FFF2-40B4-BE49-F238E27FC236}">
                <a16:creationId xmlns:a16="http://schemas.microsoft.com/office/drawing/2014/main" id="{A4F1B4DF-ED33-AF15-7432-A97625E4253E}"/>
              </a:ext>
            </a:extLst>
          </p:cNvPr>
          <p:cNvSpPr>
            <a:spLocks noGrp="1"/>
          </p:cNvSpPr>
          <p:nvPr>
            <p:ph type="ftr" sz="quarter" idx="10"/>
          </p:nvPr>
        </p:nvSpPr>
        <p:spPr>
          <a:xfrm>
            <a:off x="749300" y="6324600"/>
            <a:ext cx="3962400" cy="457200"/>
          </a:xfrm>
        </p:spPr>
        <p:txBody>
          <a:bodyPr/>
          <a:lstStyle/>
          <a:p>
            <a:r>
              <a:rPr lang="en-US" sz="1000" noProof="0" dirty="0">
                <a:solidFill>
                  <a:schemeClr val="bg1"/>
                </a:solidFill>
              </a:rPr>
              <a:t>Cloud Computing Technologies (Carlo Solimando)</a:t>
            </a:r>
            <a:br>
              <a:rPr lang="en-US" sz="1000" noProof="0" dirty="0">
                <a:solidFill>
                  <a:schemeClr val="bg1"/>
                </a:solidFill>
              </a:rPr>
            </a:br>
            <a:r>
              <a:rPr lang="en-US" noProof="0" dirty="0"/>
              <a:t>Project report – CS Api Gateway</a:t>
            </a:r>
          </a:p>
        </p:txBody>
      </p:sp>
      <p:sp>
        <p:nvSpPr>
          <p:cNvPr id="3" name="TextBox 2">
            <a:extLst>
              <a:ext uri="{FF2B5EF4-FFF2-40B4-BE49-F238E27FC236}">
                <a16:creationId xmlns:a16="http://schemas.microsoft.com/office/drawing/2014/main" id="{866539A0-41BD-5BD9-A2D9-D2A21C053E3A}"/>
              </a:ext>
            </a:extLst>
          </p:cNvPr>
          <p:cNvSpPr txBox="1"/>
          <p:nvPr/>
        </p:nvSpPr>
        <p:spPr>
          <a:xfrm>
            <a:off x="395536" y="1340768"/>
            <a:ext cx="8280920" cy="3046988"/>
          </a:xfrm>
          <a:prstGeom prst="rect">
            <a:avLst/>
          </a:prstGeom>
          <a:noFill/>
        </p:spPr>
        <p:txBody>
          <a:bodyPr wrap="square" rtlCol="0">
            <a:spAutoFit/>
          </a:bodyPr>
          <a:lstStyle/>
          <a:p>
            <a:pPr algn="just"/>
            <a:r>
              <a:rPr lang="en-US" noProof="0" dirty="0"/>
              <a:t>The goal of this presentation is to describe the design and the implementation of a microservices application for product purchasing. </a:t>
            </a:r>
          </a:p>
          <a:p>
            <a:pPr algn="just"/>
            <a:endParaRPr lang="en-US" noProof="0" dirty="0"/>
          </a:p>
          <a:p>
            <a:pPr algn="just"/>
            <a:r>
              <a:rPr lang="en-US" noProof="0" dirty="0"/>
              <a:t>The application was implemented in an API gateway architecture in order to support advanced non-functional features, such as: load balancing, security, fault tolerance</a:t>
            </a:r>
            <a:r>
              <a:rPr lang="en-US" dirty="0"/>
              <a:t> and</a:t>
            </a:r>
            <a:r>
              <a:rPr lang="en-US" noProof="0" dirty="0"/>
              <a:t> observability.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1591-3754-78D3-19F4-5227A568C834}"/>
            </a:ext>
          </a:extLst>
        </p:cNvPr>
        <p:cNvGrpSpPr/>
        <p:nvPr/>
      </p:nvGrpSpPr>
      <p:grpSpPr>
        <a:xfrm>
          <a:off x="0" y="0"/>
          <a:ext cx="0" cy="0"/>
          <a:chOff x="0" y="0"/>
          <a:chExt cx="0" cy="0"/>
        </a:xfrm>
      </p:grpSpPr>
      <p:sp>
        <p:nvSpPr>
          <p:cNvPr id="17410" name="Titolo 1">
            <a:extLst>
              <a:ext uri="{FF2B5EF4-FFF2-40B4-BE49-F238E27FC236}">
                <a16:creationId xmlns:a16="http://schemas.microsoft.com/office/drawing/2014/main" id="{CD8225EC-DEF5-C887-D4C0-00A08FB31E25}"/>
              </a:ext>
            </a:extLst>
          </p:cNvPr>
          <p:cNvSpPr>
            <a:spLocks noGrp="1" noChangeArrowheads="1"/>
          </p:cNvSpPr>
          <p:nvPr>
            <p:ph type="title" idx="4294967295"/>
          </p:nvPr>
        </p:nvSpPr>
        <p:spPr>
          <a:xfrm>
            <a:off x="395536" y="-241300"/>
            <a:ext cx="8100764" cy="1143000"/>
          </a:xfrm>
        </p:spPr>
        <p:txBody>
          <a:bodyPr lIns="45720" rIns="45720"/>
          <a:lstStyle/>
          <a:p>
            <a:pPr eaLnBrk="1" hangingPunct="1"/>
            <a:r>
              <a:rPr lang="en-US" noProof="0" dirty="0"/>
              <a:t>Agenda</a:t>
            </a:r>
            <a:endParaRPr lang="en-US" sz="2400" noProof="0" dirty="0"/>
          </a:p>
        </p:txBody>
      </p:sp>
      <p:sp>
        <p:nvSpPr>
          <p:cNvPr id="2" name="Segnaposto piè di pagina 3">
            <a:extLst>
              <a:ext uri="{FF2B5EF4-FFF2-40B4-BE49-F238E27FC236}">
                <a16:creationId xmlns:a16="http://schemas.microsoft.com/office/drawing/2014/main" id="{2B7F1784-B66E-DD14-15F1-C7B21031ED8F}"/>
              </a:ext>
            </a:extLst>
          </p:cNvPr>
          <p:cNvSpPr>
            <a:spLocks noGrp="1"/>
          </p:cNvSpPr>
          <p:nvPr>
            <p:ph type="ftr" sz="quarter" idx="10"/>
          </p:nvPr>
        </p:nvSpPr>
        <p:spPr>
          <a:xfrm>
            <a:off x="749300" y="6324600"/>
            <a:ext cx="3962400" cy="457200"/>
          </a:xfrm>
        </p:spPr>
        <p:txBody>
          <a:bodyPr/>
          <a:lstStyle/>
          <a:p>
            <a:r>
              <a:rPr lang="en-US" sz="1000" noProof="0" dirty="0">
                <a:solidFill>
                  <a:schemeClr val="bg1"/>
                </a:solidFill>
              </a:rPr>
              <a:t>Cloud Computing Technologies (Carlo Solimando)</a:t>
            </a:r>
            <a:br>
              <a:rPr lang="en-US" sz="1000" noProof="0" dirty="0">
                <a:solidFill>
                  <a:schemeClr val="bg1"/>
                </a:solidFill>
              </a:rPr>
            </a:br>
            <a:r>
              <a:rPr lang="en-US" noProof="0" dirty="0"/>
              <a:t>Project report – CS Api Gateway</a:t>
            </a:r>
          </a:p>
        </p:txBody>
      </p:sp>
      <p:sp>
        <p:nvSpPr>
          <p:cNvPr id="3" name="TextBox 2">
            <a:extLst>
              <a:ext uri="{FF2B5EF4-FFF2-40B4-BE49-F238E27FC236}">
                <a16:creationId xmlns:a16="http://schemas.microsoft.com/office/drawing/2014/main" id="{CABA355B-DA77-E6C6-9892-685E44DB5570}"/>
              </a:ext>
            </a:extLst>
          </p:cNvPr>
          <p:cNvSpPr txBox="1"/>
          <p:nvPr/>
        </p:nvSpPr>
        <p:spPr>
          <a:xfrm>
            <a:off x="323528" y="1061621"/>
            <a:ext cx="8352928" cy="4524315"/>
          </a:xfrm>
          <a:prstGeom prst="rect">
            <a:avLst/>
          </a:prstGeom>
          <a:noFill/>
        </p:spPr>
        <p:txBody>
          <a:bodyPr wrap="square" rtlCol="0">
            <a:spAutoFit/>
          </a:bodyPr>
          <a:lstStyle/>
          <a:p>
            <a:pPr marL="342900" indent="-342900" algn="just">
              <a:buFont typeface="Arial" panose="020B0604020202020204" pitchFamily="34" charset="0"/>
              <a:buChar char="•"/>
            </a:pPr>
            <a:r>
              <a:rPr lang="en-US" noProof="0" dirty="0"/>
              <a:t>Reference architecture</a:t>
            </a:r>
          </a:p>
          <a:p>
            <a:pPr marL="342900" indent="-342900" algn="just">
              <a:buFont typeface="Arial" panose="020B0604020202020204" pitchFamily="34" charset="0"/>
              <a:buChar char="•"/>
            </a:pPr>
            <a:endParaRPr lang="en-US" noProof="0" dirty="0"/>
          </a:p>
          <a:p>
            <a:pPr marL="342900" indent="-342900" algn="just">
              <a:buFont typeface="Arial" panose="020B0604020202020204" pitchFamily="34" charset="0"/>
              <a:buChar char="•"/>
            </a:pPr>
            <a:r>
              <a:rPr lang="en-US" noProof="0" dirty="0"/>
              <a:t>Technology stack</a:t>
            </a:r>
          </a:p>
          <a:p>
            <a:pPr marL="342900" indent="-342900" algn="just">
              <a:buFont typeface="Arial" panose="020B0604020202020204" pitchFamily="34" charset="0"/>
              <a:buChar char="•"/>
            </a:pPr>
            <a:endParaRPr lang="en-US" noProof="0" dirty="0"/>
          </a:p>
          <a:p>
            <a:pPr marL="342900" indent="-342900" algn="just">
              <a:buFont typeface="Arial" panose="020B0604020202020204" pitchFamily="34" charset="0"/>
              <a:buChar char="•"/>
            </a:pPr>
            <a:r>
              <a:rPr lang="en-US" dirty="0"/>
              <a:t>Functional properties &amp; Implementation details</a:t>
            </a:r>
          </a:p>
          <a:p>
            <a:pPr marL="342900" indent="-342900" algn="just">
              <a:buFont typeface="Arial" panose="020B0604020202020204" pitchFamily="34" charset="0"/>
              <a:buChar char="•"/>
            </a:pPr>
            <a:endParaRPr lang="en-US" noProof="0" dirty="0"/>
          </a:p>
          <a:p>
            <a:pPr marL="342900" indent="-342900" algn="just">
              <a:buFont typeface="Arial" panose="020B0604020202020204" pitchFamily="34" charset="0"/>
              <a:buChar char="•"/>
            </a:pPr>
            <a:r>
              <a:rPr lang="en-US" noProof="0" dirty="0"/>
              <a:t>Non-functional properties</a:t>
            </a:r>
          </a:p>
          <a:p>
            <a:pPr marL="342900" indent="-342900" algn="just">
              <a:buFont typeface="Arial" panose="020B0604020202020204" pitchFamily="34" charset="0"/>
              <a:buChar char="•"/>
            </a:pPr>
            <a:endParaRPr lang="en-US" noProof="0" dirty="0"/>
          </a:p>
          <a:p>
            <a:pPr marL="342900" indent="-342900" algn="just">
              <a:buFont typeface="Arial" panose="020B0604020202020204" pitchFamily="34" charset="0"/>
              <a:buChar char="•"/>
            </a:pPr>
            <a:r>
              <a:rPr lang="en-US" noProof="0" dirty="0"/>
              <a:t>Demo use cases</a:t>
            </a:r>
          </a:p>
          <a:p>
            <a:pPr marL="342900" indent="-342900" algn="just">
              <a:buFont typeface="Arial" panose="020B0604020202020204" pitchFamily="34" charset="0"/>
              <a:buChar char="•"/>
            </a:pPr>
            <a:endParaRPr lang="en-US" noProof="0" dirty="0"/>
          </a:p>
          <a:p>
            <a:pPr marL="342900" indent="-342900" algn="just">
              <a:buFont typeface="Arial" panose="020B0604020202020204" pitchFamily="34" charset="0"/>
              <a:buChar char="•"/>
            </a:pPr>
            <a:r>
              <a:rPr lang="en-US" noProof="0" dirty="0"/>
              <a:t>Potential improvements</a:t>
            </a:r>
          </a:p>
          <a:p>
            <a:pPr marL="342900" indent="-342900" algn="just">
              <a:buFont typeface="Arial" panose="020B0604020202020204" pitchFamily="34" charset="0"/>
              <a:buChar char="•"/>
            </a:pPr>
            <a:endParaRPr lang="en-US" noProof="0" dirty="0"/>
          </a:p>
        </p:txBody>
      </p:sp>
    </p:spTree>
    <p:extLst>
      <p:ext uri="{BB962C8B-B14F-4D97-AF65-F5344CB8AC3E}">
        <p14:creationId xmlns:p14="http://schemas.microsoft.com/office/powerpoint/2010/main" val="529200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C2652-B7E2-08C0-F2DB-D0DA634FFA45}"/>
            </a:ext>
          </a:extLst>
        </p:cNvPr>
        <p:cNvGrpSpPr/>
        <p:nvPr/>
      </p:nvGrpSpPr>
      <p:grpSpPr>
        <a:xfrm>
          <a:off x="0" y="0"/>
          <a:ext cx="0" cy="0"/>
          <a:chOff x="0" y="0"/>
          <a:chExt cx="0" cy="0"/>
        </a:xfrm>
      </p:grpSpPr>
      <p:sp>
        <p:nvSpPr>
          <p:cNvPr id="17410" name="Titolo 1">
            <a:extLst>
              <a:ext uri="{FF2B5EF4-FFF2-40B4-BE49-F238E27FC236}">
                <a16:creationId xmlns:a16="http://schemas.microsoft.com/office/drawing/2014/main" id="{71D9700D-DE7A-F266-2E45-77D470A3DBBD}"/>
              </a:ext>
            </a:extLst>
          </p:cNvPr>
          <p:cNvSpPr>
            <a:spLocks noGrp="1" noChangeArrowheads="1"/>
          </p:cNvSpPr>
          <p:nvPr>
            <p:ph type="title" idx="4294967295"/>
          </p:nvPr>
        </p:nvSpPr>
        <p:spPr>
          <a:xfrm>
            <a:off x="685800" y="-101600"/>
            <a:ext cx="7772400" cy="1143000"/>
          </a:xfrm>
        </p:spPr>
        <p:txBody>
          <a:bodyPr lIns="45720" rIns="45720"/>
          <a:lstStyle/>
          <a:p>
            <a:pPr eaLnBrk="1" hangingPunct="1"/>
            <a:r>
              <a:rPr lang="en-US" sz="2400" noProof="0" dirty="0"/>
              <a:t>Reference architecture</a:t>
            </a:r>
            <a:endParaRPr lang="en-US" sz="1800" noProof="0" dirty="0"/>
          </a:p>
        </p:txBody>
      </p:sp>
      <p:sp>
        <p:nvSpPr>
          <p:cNvPr id="3" name="Segnaposto piè di pagina 3">
            <a:extLst>
              <a:ext uri="{FF2B5EF4-FFF2-40B4-BE49-F238E27FC236}">
                <a16:creationId xmlns:a16="http://schemas.microsoft.com/office/drawing/2014/main" id="{B68CFECA-F17F-4F55-647E-1D2E15772EE0}"/>
              </a:ext>
            </a:extLst>
          </p:cNvPr>
          <p:cNvSpPr>
            <a:spLocks noGrp="1"/>
          </p:cNvSpPr>
          <p:nvPr>
            <p:ph type="ftr" sz="quarter" idx="10"/>
          </p:nvPr>
        </p:nvSpPr>
        <p:spPr>
          <a:xfrm>
            <a:off x="749300" y="6324600"/>
            <a:ext cx="3962400" cy="457200"/>
          </a:xfrm>
        </p:spPr>
        <p:txBody>
          <a:bodyPr/>
          <a:lstStyle/>
          <a:p>
            <a:r>
              <a:rPr lang="en-US" sz="1000" noProof="0" dirty="0">
                <a:solidFill>
                  <a:schemeClr val="bg1"/>
                </a:solidFill>
              </a:rPr>
              <a:t>Cloud Computing Technologies (Carlo Solimando)</a:t>
            </a:r>
            <a:br>
              <a:rPr lang="en-US" sz="1000" noProof="0" dirty="0">
                <a:solidFill>
                  <a:schemeClr val="bg1"/>
                </a:solidFill>
              </a:rPr>
            </a:br>
            <a:r>
              <a:rPr lang="en-US" noProof="0" dirty="0"/>
              <a:t>Project report – CS Api Gateway</a:t>
            </a:r>
          </a:p>
        </p:txBody>
      </p:sp>
      <p:pic>
        <p:nvPicPr>
          <p:cNvPr id="4" name="Picture 3">
            <a:extLst>
              <a:ext uri="{FF2B5EF4-FFF2-40B4-BE49-F238E27FC236}">
                <a16:creationId xmlns:a16="http://schemas.microsoft.com/office/drawing/2014/main" id="{4A7088E8-B630-3E0F-FD31-00E0AEECE0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6" y="980728"/>
            <a:ext cx="9005108" cy="5119522"/>
          </a:xfrm>
          <a:prstGeom prst="rect">
            <a:avLst/>
          </a:prstGeom>
        </p:spPr>
      </p:pic>
    </p:spTree>
    <p:extLst>
      <p:ext uri="{BB962C8B-B14F-4D97-AF65-F5344CB8AC3E}">
        <p14:creationId xmlns:p14="http://schemas.microsoft.com/office/powerpoint/2010/main" val="2582846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F2C11-42EB-79EF-F546-450E784FC2F7}"/>
            </a:ext>
          </a:extLst>
        </p:cNvPr>
        <p:cNvGrpSpPr/>
        <p:nvPr/>
      </p:nvGrpSpPr>
      <p:grpSpPr>
        <a:xfrm>
          <a:off x="0" y="0"/>
          <a:ext cx="0" cy="0"/>
          <a:chOff x="0" y="0"/>
          <a:chExt cx="0" cy="0"/>
        </a:xfrm>
      </p:grpSpPr>
      <p:sp>
        <p:nvSpPr>
          <p:cNvPr id="17410" name="Titolo 1">
            <a:extLst>
              <a:ext uri="{FF2B5EF4-FFF2-40B4-BE49-F238E27FC236}">
                <a16:creationId xmlns:a16="http://schemas.microsoft.com/office/drawing/2014/main" id="{3E6CA2A8-451A-C36E-0061-F6E72D604C5C}"/>
              </a:ext>
            </a:extLst>
          </p:cNvPr>
          <p:cNvSpPr>
            <a:spLocks noGrp="1" noChangeArrowheads="1"/>
          </p:cNvSpPr>
          <p:nvPr>
            <p:ph type="title" idx="4294967295"/>
          </p:nvPr>
        </p:nvSpPr>
        <p:spPr>
          <a:xfrm>
            <a:off x="685800" y="-101600"/>
            <a:ext cx="7772400" cy="1143000"/>
          </a:xfrm>
        </p:spPr>
        <p:txBody>
          <a:bodyPr lIns="45720" rIns="45720"/>
          <a:lstStyle/>
          <a:p>
            <a:pPr eaLnBrk="1" hangingPunct="1"/>
            <a:r>
              <a:rPr lang="en-US" sz="2400" noProof="0" dirty="0"/>
              <a:t>Technology stack</a:t>
            </a:r>
            <a:endParaRPr lang="en-US" sz="1800" noProof="0" dirty="0"/>
          </a:p>
        </p:txBody>
      </p:sp>
      <p:sp>
        <p:nvSpPr>
          <p:cNvPr id="17411" name="Segnaposto contenuto 2">
            <a:extLst>
              <a:ext uri="{FF2B5EF4-FFF2-40B4-BE49-F238E27FC236}">
                <a16:creationId xmlns:a16="http://schemas.microsoft.com/office/drawing/2014/main" id="{74DDC8DE-C238-2941-3C68-030C46D3F3F9}"/>
              </a:ext>
            </a:extLst>
          </p:cNvPr>
          <p:cNvSpPr>
            <a:spLocks noGrp="1" noChangeArrowheads="1"/>
          </p:cNvSpPr>
          <p:nvPr>
            <p:ph idx="4294967295"/>
          </p:nvPr>
        </p:nvSpPr>
        <p:spPr>
          <a:xfrm>
            <a:off x="120736" y="944452"/>
            <a:ext cx="8915759" cy="4860812"/>
          </a:xfrm>
        </p:spPr>
        <p:txBody>
          <a:bodyPr/>
          <a:lstStyle/>
          <a:p>
            <a:pPr marL="493712" indent="-457200" algn="just" eaLnBrk="1" hangingPunct="1">
              <a:spcBef>
                <a:spcPts val="0"/>
              </a:spcBef>
            </a:pPr>
            <a:r>
              <a:rPr lang="en-US" sz="1600" b="1" noProof="0" dirty="0">
                <a:solidFill>
                  <a:schemeClr val="tx1"/>
                </a:solidFill>
                <a:latin typeface="Arial" panose="020B0604020202020204" pitchFamily="34" charset="0"/>
                <a:cs typeface="Arial" panose="020B0604020202020204" pitchFamily="34" charset="0"/>
              </a:rPr>
              <a:t>.NET Core: </a:t>
            </a:r>
            <a:r>
              <a:rPr lang="en-US" sz="1600" dirty="0">
                <a:solidFill>
                  <a:schemeClr val="tx1"/>
                </a:solidFill>
                <a:latin typeface="Arial" panose="020B0604020202020204" pitchFamily="34" charset="0"/>
                <a:cs typeface="Arial" panose="020B0604020202020204" pitchFamily="34" charset="0"/>
              </a:rPr>
              <a:t>reference framework for the microservices (</a:t>
            </a:r>
            <a:r>
              <a:rPr lang="en-US" sz="1600" dirty="0" err="1">
                <a:solidFill>
                  <a:schemeClr val="tx1"/>
                </a:solidFill>
                <a:latin typeface="Arial" panose="020B0604020202020204" pitchFamily="34" charset="0"/>
                <a:cs typeface="Arial" panose="020B0604020202020204" pitchFamily="34" charset="0"/>
              </a:rPr>
              <a:t>api</a:t>
            </a:r>
            <a:r>
              <a:rPr lang="en-US" sz="1600" dirty="0">
                <a:solidFill>
                  <a:schemeClr val="tx1"/>
                </a:solidFill>
                <a:latin typeface="Arial" panose="020B0604020202020204" pitchFamily="34" charset="0"/>
                <a:cs typeface="Arial" panose="020B0604020202020204" pitchFamily="34" charset="0"/>
              </a:rPr>
              <a:t>) and for the service worker that reads messages in the queue.</a:t>
            </a:r>
            <a:endParaRPr lang="en-US" sz="1600" noProof="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endParaRPr lang="en-US" sz="1600" noProof="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600" b="1" noProof="0" dirty="0">
                <a:solidFill>
                  <a:schemeClr val="tx1"/>
                </a:solidFill>
                <a:latin typeface="Arial" panose="020B0604020202020204" pitchFamily="34" charset="0"/>
                <a:cs typeface="Arial" panose="020B0604020202020204" pitchFamily="34" charset="0"/>
              </a:rPr>
              <a:t>YARP (</a:t>
            </a:r>
            <a:r>
              <a:rPr lang="en-US" sz="1600" noProof="0" dirty="0">
                <a:solidFill>
                  <a:schemeClr val="tx1"/>
                </a:solidFill>
                <a:latin typeface="Arial" panose="020B0604020202020204" pitchFamily="34" charset="0"/>
                <a:cs typeface="Arial" panose="020B0604020202020204" pitchFamily="34" charset="0"/>
              </a:rPr>
              <a:t>Yet another reverse proxy </a:t>
            </a:r>
            <a:r>
              <a:rPr lang="en-US" sz="1600" b="1" noProof="0" dirty="0">
                <a:solidFill>
                  <a:schemeClr val="tx1"/>
                </a:solidFill>
                <a:latin typeface="Arial" panose="020B0604020202020204" pitchFamily="34" charset="0"/>
                <a:cs typeface="Arial" panose="020B0604020202020204" pitchFamily="34" charset="0"/>
                <a:sym typeface="Wingdings" panose="05000000000000000000" pitchFamily="2" charset="2"/>
              </a:rPr>
              <a:t>)</a:t>
            </a:r>
            <a:r>
              <a:rPr lang="en-US" sz="1600" b="1" noProof="0" dirty="0">
                <a:solidFill>
                  <a:schemeClr val="tx1"/>
                </a:solidFill>
                <a:latin typeface="Arial" panose="020B0604020202020204" pitchFamily="34" charset="0"/>
                <a:cs typeface="Arial" panose="020B0604020202020204" pitchFamily="34" charset="0"/>
              </a:rPr>
              <a:t>:</a:t>
            </a:r>
            <a:r>
              <a:rPr lang="en-US" sz="1600" noProof="0" dirty="0">
                <a:solidFill>
                  <a:schemeClr val="tx1"/>
                </a:solidFill>
                <a:latin typeface="Arial" panose="020B0604020202020204" pitchFamily="34" charset="0"/>
                <a:cs typeface="Arial" panose="020B0604020202020204" pitchFamily="34" charset="0"/>
              </a:rPr>
              <a:t> is a highly customizable reverse proxy library for .NET and it’s designed to provide an easy-to-use proxy framework.</a:t>
            </a:r>
          </a:p>
          <a:p>
            <a:pPr marL="493712" indent="-457200" algn="just" eaLnBrk="1" hangingPunct="1">
              <a:spcBef>
                <a:spcPts val="0"/>
              </a:spcBef>
            </a:pPr>
            <a:endParaRPr lang="en-US" sz="1600" noProof="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600" b="1" noProof="0" dirty="0" err="1">
                <a:solidFill>
                  <a:schemeClr val="tx1"/>
                </a:solidFill>
                <a:latin typeface="Arial" panose="020B0604020202020204" pitchFamily="34" charset="0"/>
                <a:cs typeface="Arial" panose="020B0604020202020204" pitchFamily="34" charset="0"/>
              </a:rPr>
              <a:t>Keycloack</a:t>
            </a:r>
            <a:r>
              <a:rPr lang="en-US" sz="1600" noProof="0" dirty="0">
                <a:solidFill>
                  <a:schemeClr val="tx1"/>
                </a:solidFill>
                <a:latin typeface="Arial" panose="020B0604020202020204" pitchFamily="34" charset="0"/>
                <a:cs typeface="Arial" panose="020B0604020202020204" pitchFamily="34" charset="0"/>
              </a:rPr>
              <a:t>: is an open-source identity and access management solution.</a:t>
            </a:r>
          </a:p>
          <a:p>
            <a:pPr marL="493712" indent="-457200" algn="just" eaLnBrk="1" hangingPunct="1">
              <a:spcBef>
                <a:spcPts val="0"/>
              </a:spcBef>
            </a:pPr>
            <a:endParaRPr lang="en-US" sz="1600" noProof="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600" b="1" noProof="0" dirty="0" err="1">
                <a:solidFill>
                  <a:schemeClr val="tx1"/>
                </a:solidFill>
                <a:latin typeface="Arial" panose="020B0604020202020204" pitchFamily="34" charset="0"/>
                <a:cs typeface="Arial" panose="020B0604020202020204" pitchFamily="34" charset="0"/>
              </a:rPr>
              <a:t>PostgresSQL</a:t>
            </a:r>
            <a:r>
              <a:rPr lang="en-US" sz="1600" noProof="0" dirty="0">
                <a:solidFill>
                  <a:schemeClr val="tx1"/>
                </a:solidFill>
                <a:latin typeface="Arial" panose="020B0604020202020204" pitchFamily="34" charset="0"/>
                <a:cs typeface="Arial" panose="020B0604020202020204" pitchFamily="34" charset="0"/>
              </a:rPr>
              <a:t>: is a powerful, open-source object-relational database.</a:t>
            </a:r>
          </a:p>
          <a:p>
            <a:pPr marL="493712" indent="-457200" algn="just" eaLnBrk="1" hangingPunct="1">
              <a:spcBef>
                <a:spcPts val="0"/>
              </a:spcBef>
            </a:pPr>
            <a:endParaRPr lang="en-US" sz="1600" noProof="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600" b="1" noProof="0" dirty="0">
                <a:solidFill>
                  <a:schemeClr val="tx1"/>
                </a:solidFill>
                <a:latin typeface="Arial" panose="020B0604020202020204" pitchFamily="34" charset="0"/>
                <a:cs typeface="Arial" panose="020B0604020202020204" pitchFamily="34" charset="0"/>
              </a:rPr>
              <a:t>RabbitMQ: </a:t>
            </a:r>
            <a:r>
              <a:rPr lang="en-US" sz="1600" noProof="0" dirty="0">
                <a:solidFill>
                  <a:schemeClr val="tx1"/>
                </a:solidFill>
                <a:latin typeface="Arial" panose="020B0604020202020204" pitchFamily="34" charset="0"/>
                <a:cs typeface="Arial" panose="020B0604020202020204" pitchFamily="34" charset="0"/>
              </a:rPr>
              <a:t>is a powerful, enterprise grade open-source messaging and streaming broker that enables decoupled communication for applications.</a:t>
            </a:r>
          </a:p>
          <a:p>
            <a:pPr marL="493712" indent="-457200" algn="just" eaLnBrk="1" hangingPunct="1">
              <a:spcBef>
                <a:spcPts val="0"/>
              </a:spcBef>
            </a:pPr>
            <a:endParaRPr lang="en-US" sz="1600" noProof="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600" b="1" noProof="0" dirty="0" err="1">
                <a:solidFill>
                  <a:schemeClr val="tx1"/>
                </a:solidFill>
                <a:latin typeface="Arial" panose="020B0604020202020204" pitchFamily="34" charset="0"/>
                <a:cs typeface="Arial" panose="020B0604020202020204" pitchFamily="34" charset="0"/>
              </a:rPr>
              <a:t>OpenTelemetry</a:t>
            </a:r>
            <a:r>
              <a:rPr lang="en-US" sz="1600" b="1" dirty="0">
                <a:solidFill>
                  <a:schemeClr val="tx1"/>
                </a:solidFill>
                <a:latin typeface="Arial" panose="020B0604020202020204" pitchFamily="34" charset="0"/>
                <a:cs typeface="Arial" panose="020B0604020202020204" pitchFamily="34" charset="0"/>
              </a:rPr>
              <a:t>: </a:t>
            </a:r>
            <a:r>
              <a:rPr lang="en-US" sz="1600" noProof="0" dirty="0">
                <a:solidFill>
                  <a:schemeClr val="tx1"/>
                </a:solidFill>
                <a:latin typeface="Arial" panose="020B0604020202020204" pitchFamily="34" charset="0"/>
                <a:cs typeface="Arial" panose="020B0604020202020204" pitchFamily="34" charset="0"/>
              </a:rPr>
              <a:t>is a collection of APIs, SDKs and tools to instrument, generate, collect, and export telemetry data. </a:t>
            </a:r>
          </a:p>
          <a:p>
            <a:pPr marL="493712" indent="-457200" algn="just" eaLnBrk="1" hangingPunct="1">
              <a:spcBef>
                <a:spcPts val="0"/>
              </a:spcBef>
            </a:pPr>
            <a:endParaRPr lang="en-US" sz="1600" b="1"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600" b="1" dirty="0">
                <a:solidFill>
                  <a:schemeClr val="tx1"/>
                </a:solidFill>
                <a:latin typeface="Arial" panose="020B0604020202020204" pitchFamily="34" charset="0"/>
                <a:cs typeface="Arial" panose="020B0604020202020204" pitchFamily="34" charset="0"/>
              </a:rPr>
              <a:t>Aspire dashboard: </a:t>
            </a:r>
            <a:r>
              <a:rPr lang="en-US" sz="1600" dirty="0">
                <a:solidFill>
                  <a:schemeClr val="tx1"/>
                </a:solidFill>
                <a:latin typeface="Arial" panose="020B0604020202020204" pitchFamily="34" charset="0"/>
                <a:cs typeface="Arial" panose="020B0604020202020204" pitchFamily="34" charset="0"/>
              </a:rPr>
              <a:t>a sophisticated dashboard for comprehensive app monitoring and inspection.</a:t>
            </a:r>
          </a:p>
          <a:p>
            <a:pPr marL="493712" indent="-457200" algn="just" eaLnBrk="1" hangingPunct="1">
              <a:spcBef>
                <a:spcPts val="0"/>
              </a:spcBef>
            </a:pPr>
            <a:endParaRPr lang="en-US" sz="160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600" b="1" noProof="0" dirty="0">
                <a:solidFill>
                  <a:schemeClr val="tx1"/>
                </a:solidFill>
                <a:latin typeface="Arial" panose="020B0604020202020204" pitchFamily="34" charset="0"/>
                <a:cs typeface="Arial" panose="020B0604020202020204" pitchFamily="34" charset="0"/>
              </a:rPr>
              <a:t>Docker: </a:t>
            </a:r>
            <a:r>
              <a:rPr lang="en-US" sz="1600" noProof="0" dirty="0">
                <a:solidFill>
                  <a:schemeClr val="tx1"/>
                </a:solidFill>
                <a:latin typeface="Arial" panose="020B0604020202020204" pitchFamily="34" charset="0"/>
                <a:cs typeface="Arial" panose="020B0604020202020204" pitchFamily="34" charset="0"/>
              </a:rPr>
              <a:t>is a platform designed to build, share, and run container applications. </a:t>
            </a:r>
          </a:p>
        </p:txBody>
      </p:sp>
      <p:sp>
        <p:nvSpPr>
          <p:cNvPr id="3" name="Segnaposto piè di pagina 3">
            <a:extLst>
              <a:ext uri="{FF2B5EF4-FFF2-40B4-BE49-F238E27FC236}">
                <a16:creationId xmlns:a16="http://schemas.microsoft.com/office/drawing/2014/main" id="{B2ECC63B-D258-F3D1-0589-797EF74D1246}"/>
              </a:ext>
            </a:extLst>
          </p:cNvPr>
          <p:cNvSpPr>
            <a:spLocks noGrp="1"/>
          </p:cNvSpPr>
          <p:nvPr>
            <p:ph type="ftr" sz="quarter" idx="10"/>
          </p:nvPr>
        </p:nvSpPr>
        <p:spPr>
          <a:xfrm>
            <a:off x="749300" y="6324600"/>
            <a:ext cx="3962400" cy="457200"/>
          </a:xfrm>
        </p:spPr>
        <p:txBody>
          <a:bodyPr/>
          <a:lstStyle/>
          <a:p>
            <a:r>
              <a:rPr lang="en-US" sz="1000" noProof="0" dirty="0">
                <a:solidFill>
                  <a:schemeClr val="bg1"/>
                </a:solidFill>
              </a:rPr>
              <a:t>Cloud Computing Technologies (Carlo Solimando)</a:t>
            </a:r>
            <a:br>
              <a:rPr lang="en-US" sz="1000" noProof="0" dirty="0">
                <a:solidFill>
                  <a:schemeClr val="bg1"/>
                </a:solidFill>
              </a:rPr>
            </a:br>
            <a:r>
              <a:rPr lang="en-US" noProof="0" dirty="0"/>
              <a:t>Project report – CS Api Gateway</a:t>
            </a:r>
          </a:p>
        </p:txBody>
      </p:sp>
    </p:spTree>
    <p:extLst>
      <p:ext uri="{BB962C8B-B14F-4D97-AF65-F5344CB8AC3E}">
        <p14:creationId xmlns:p14="http://schemas.microsoft.com/office/powerpoint/2010/main" val="2762370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7B5E8-55A2-46A5-C4C7-344310985734}"/>
            </a:ext>
          </a:extLst>
        </p:cNvPr>
        <p:cNvGrpSpPr/>
        <p:nvPr/>
      </p:nvGrpSpPr>
      <p:grpSpPr>
        <a:xfrm>
          <a:off x="0" y="0"/>
          <a:ext cx="0" cy="0"/>
          <a:chOff x="0" y="0"/>
          <a:chExt cx="0" cy="0"/>
        </a:xfrm>
      </p:grpSpPr>
      <p:sp>
        <p:nvSpPr>
          <p:cNvPr id="17410" name="Titolo 1">
            <a:extLst>
              <a:ext uri="{FF2B5EF4-FFF2-40B4-BE49-F238E27FC236}">
                <a16:creationId xmlns:a16="http://schemas.microsoft.com/office/drawing/2014/main" id="{C445BA5D-E989-CEDA-7A3A-234A8239F406}"/>
              </a:ext>
            </a:extLst>
          </p:cNvPr>
          <p:cNvSpPr>
            <a:spLocks noGrp="1" noChangeArrowheads="1"/>
          </p:cNvSpPr>
          <p:nvPr>
            <p:ph type="title" idx="4294967295"/>
          </p:nvPr>
        </p:nvSpPr>
        <p:spPr>
          <a:xfrm>
            <a:off x="685800" y="-101600"/>
            <a:ext cx="7772400" cy="1143000"/>
          </a:xfrm>
        </p:spPr>
        <p:txBody>
          <a:bodyPr lIns="45720" rIns="45720"/>
          <a:lstStyle/>
          <a:p>
            <a:pPr eaLnBrk="1" hangingPunct="1"/>
            <a:r>
              <a:rPr lang="en-US" sz="2400" noProof="0" dirty="0"/>
              <a:t>Functional properties &amp; Implementation details</a:t>
            </a:r>
          </a:p>
        </p:txBody>
      </p:sp>
      <p:sp>
        <p:nvSpPr>
          <p:cNvPr id="17411" name="Segnaposto contenuto 2">
            <a:extLst>
              <a:ext uri="{FF2B5EF4-FFF2-40B4-BE49-F238E27FC236}">
                <a16:creationId xmlns:a16="http://schemas.microsoft.com/office/drawing/2014/main" id="{14AC3CC2-2EDA-58BB-905F-2AC37B7C194F}"/>
              </a:ext>
            </a:extLst>
          </p:cNvPr>
          <p:cNvSpPr>
            <a:spLocks noGrp="1" noChangeArrowheads="1"/>
          </p:cNvSpPr>
          <p:nvPr>
            <p:ph idx="4294967295"/>
          </p:nvPr>
        </p:nvSpPr>
        <p:spPr>
          <a:xfrm>
            <a:off x="120736" y="1252594"/>
            <a:ext cx="8843751" cy="4860812"/>
          </a:xfrm>
        </p:spPr>
        <p:txBody>
          <a:bodyPr/>
          <a:lstStyle/>
          <a:p>
            <a:pPr marL="493712" indent="-457200" algn="just" eaLnBrk="1" hangingPunct="1">
              <a:spcBef>
                <a:spcPts val="0"/>
              </a:spcBef>
            </a:pPr>
            <a:r>
              <a:rPr lang="en-US" sz="1600" b="1" noProof="0" dirty="0">
                <a:solidFill>
                  <a:schemeClr val="tx1"/>
                </a:solidFill>
                <a:latin typeface="Arial" panose="020B0604020202020204" pitchFamily="34" charset="0"/>
                <a:cs typeface="Arial" panose="020B0604020202020204" pitchFamily="34" charset="0"/>
              </a:rPr>
              <a:t>Product catalog management</a:t>
            </a:r>
            <a:r>
              <a:rPr lang="en-US" sz="1600" b="1" dirty="0">
                <a:solidFill>
                  <a:schemeClr val="tx1"/>
                </a:solidFill>
                <a:latin typeface="Arial" panose="020B0604020202020204" pitchFamily="34" charset="0"/>
                <a:cs typeface="Arial" panose="020B0604020202020204" pitchFamily="34" charset="0"/>
              </a:rPr>
              <a:t>: </a:t>
            </a:r>
            <a:r>
              <a:rPr lang="en-US" sz="1600" dirty="0">
                <a:solidFill>
                  <a:schemeClr val="tx1"/>
                </a:solidFill>
                <a:latin typeface="Arial" panose="020B0604020202020204" pitchFamily="34" charset="0"/>
                <a:cs typeface="Arial" panose="020B0604020202020204" pitchFamily="34" charset="0"/>
              </a:rPr>
              <a:t>The user is given the ability to manage the product catalog thanks to a microservice that exposes a Rest API. The implementation uses the “ASP.NET Core Minimal API” to expose CRUD operations. For data persistence, the “Entity Framework Core” (as ORM) and a Postgres database were used.</a:t>
            </a:r>
            <a:endParaRPr lang="en-US" sz="1600" noProof="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endParaRPr lang="en-US" sz="1600" noProof="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600" b="1" noProof="0" dirty="0">
                <a:solidFill>
                  <a:schemeClr val="tx1"/>
                </a:solidFill>
                <a:latin typeface="Arial" panose="020B0604020202020204" pitchFamily="34" charset="0"/>
                <a:cs typeface="Arial" panose="020B0604020202020204" pitchFamily="34" charset="0"/>
              </a:rPr>
              <a:t>Users purchase management</a:t>
            </a:r>
            <a:r>
              <a:rPr lang="en-US" sz="1600" noProof="0" dirty="0">
                <a:solidFill>
                  <a:schemeClr val="tx1"/>
                </a:solidFill>
                <a:latin typeface="Arial" panose="020B0604020202020204" pitchFamily="34" charset="0"/>
                <a:cs typeface="Arial" panose="020B0604020202020204" pitchFamily="34" charset="0"/>
              </a:rPr>
              <a:t>: </a:t>
            </a:r>
            <a:r>
              <a:rPr lang="en-US" sz="1600" dirty="0">
                <a:solidFill>
                  <a:schemeClr val="tx1"/>
                </a:solidFill>
                <a:latin typeface="Arial" panose="020B0604020202020204" pitchFamily="34" charset="0"/>
                <a:cs typeface="Arial" panose="020B0604020202020204" pitchFamily="34" charset="0"/>
              </a:rPr>
              <a:t>The user is given the ability to purchase products thanks to a microservice that exposes a Rest API. The completion of the purchase process is simulated by sending a message to a queue (RabbitMQ) with the information contained in the shopping cart. The technologies used for the microservice are the same as those described in the previous sections.</a:t>
            </a:r>
          </a:p>
          <a:p>
            <a:pPr marL="36512" indent="0" algn="just" eaLnBrk="1" hangingPunct="1">
              <a:spcBef>
                <a:spcPts val="0"/>
              </a:spcBef>
              <a:buNone/>
            </a:pPr>
            <a:endParaRPr lang="en-US" sz="1600" noProof="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600" b="1" noProof="0" dirty="0">
                <a:solidFill>
                  <a:schemeClr val="tx1"/>
                </a:solidFill>
                <a:latin typeface="Arial" panose="020B0604020202020204" pitchFamily="34" charset="0"/>
                <a:cs typeface="Arial" panose="020B0604020202020204" pitchFamily="34" charset="0"/>
              </a:rPr>
              <a:t>Order management</a:t>
            </a:r>
            <a:r>
              <a:rPr lang="en-US" sz="1600" dirty="0">
                <a:solidFill>
                  <a:schemeClr val="tx1"/>
                </a:solidFill>
                <a:latin typeface="Arial" panose="020B0604020202020204" pitchFamily="34" charset="0"/>
                <a:cs typeface="Arial" panose="020B0604020202020204" pitchFamily="34" charset="0"/>
              </a:rPr>
              <a:t>: Order management occurs in the background via a .NET Worker service that listens to the queue; whenever a message is published, it processes it and calls the microservice, which exposes a Rest API, which is used to process and persist order information. The technologies used for the microservice are the same as those described in the previous sections.</a:t>
            </a:r>
            <a:endParaRPr lang="en-US" sz="1600" noProof="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endParaRPr lang="en-US" sz="1600" noProof="0" dirty="0">
              <a:solidFill>
                <a:schemeClr val="tx1"/>
              </a:solidFill>
              <a:latin typeface="Arial" panose="020B0604020202020204" pitchFamily="34" charset="0"/>
              <a:cs typeface="Arial" panose="020B0604020202020204" pitchFamily="34" charset="0"/>
            </a:endParaRPr>
          </a:p>
          <a:p>
            <a:pPr marL="36512" indent="0" algn="just" eaLnBrk="1" hangingPunct="1">
              <a:spcBef>
                <a:spcPts val="0"/>
              </a:spcBef>
              <a:buNone/>
            </a:pPr>
            <a:endParaRPr lang="en-US" sz="1600" noProof="0" dirty="0">
              <a:solidFill>
                <a:schemeClr val="tx1"/>
              </a:solidFill>
              <a:latin typeface="Arial" panose="020B0604020202020204" pitchFamily="34" charset="0"/>
              <a:cs typeface="Arial" panose="020B0604020202020204" pitchFamily="34" charset="0"/>
            </a:endParaRPr>
          </a:p>
        </p:txBody>
      </p:sp>
      <p:sp>
        <p:nvSpPr>
          <p:cNvPr id="3" name="Segnaposto piè di pagina 3">
            <a:extLst>
              <a:ext uri="{FF2B5EF4-FFF2-40B4-BE49-F238E27FC236}">
                <a16:creationId xmlns:a16="http://schemas.microsoft.com/office/drawing/2014/main" id="{0E9013EE-AEB1-9D8D-74FE-FCED08C8F95B}"/>
              </a:ext>
            </a:extLst>
          </p:cNvPr>
          <p:cNvSpPr>
            <a:spLocks noGrp="1"/>
          </p:cNvSpPr>
          <p:nvPr>
            <p:ph type="ftr" sz="quarter" idx="10"/>
          </p:nvPr>
        </p:nvSpPr>
        <p:spPr>
          <a:xfrm>
            <a:off x="749300" y="6324600"/>
            <a:ext cx="3962400" cy="457200"/>
          </a:xfrm>
        </p:spPr>
        <p:txBody>
          <a:bodyPr/>
          <a:lstStyle/>
          <a:p>
            <a:r>
              <a:rPr lang="en-US" sz="1000" noProof="0" dirty="0">
                <a:solidFill>
                  <a:schemeClr val="bg1"/>
                </a:solidFill>
              </a:rPr>
              <a:t>Cloud Computing Technologies (Carlo Solimando)</a:t>
            </a:r>
            <a:br>
              <a:rPr lang="en-US" sz="1000" noProof="0" dirty="0">
                <a:solidFill>
                  <a:schemeClr val="bg1"/>
                </a:solidFill>
              </a:rPr>
            </a:br>
            <a:r>
              <a:rPr lang="en-US" noProof="0" dirty="0"/>
              <a:t>Project report – CS Api Gateway</a:t>
            </a:r>
          </a:p>
        </p:txBody>
      </p:sp>
    </p:spTree>
    <p:extLst>
      <p:ext uri="{BB962C8B-B14F-4D97-AF65-F5344CB8AC3E}">
        <p14:creationId xmlns:p14="http://schemas.microsoft.com/office/powerpoint/2010/main" val="2562799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23AF7-10A6-9CDF-619C-106D1CB9B967}"/>
            </a:ext>
          </a:extLst>
        </p:cNvPr>
        <p:cNvGrpSpPr/>
        <p:nvPr/>
      </p:nvGrpSpPr>
      <p:grpSpPr>
        <a:xfrm>
          <a:off x="0" y="0"/>
          <a:ext cx="0" cy="0"/>
          <a:chOff x="0" y="0"/>
          <a:chExt cx="0" cy="0"/>
        </a:xfrm>
      </p:grpSpPr>
      <p:sp>
        <p:nvSpPr>
          <p:cNvPr id="17410" name="Titolo 1">
            <a:extLst>
              <a:ext uri="{FF2B5EF4-FFF2-40B4-BE49-F238E27FC236}">
                <a16:creationId xmlns:a16="http://schemas.microsoft.com/office/drawing/2014/main" id="{20597BE3-134B-D130-43CE-E9969E0CE4B2}"/>
              </a:ext>
            </a:extLst>
          </p:cNvPr>
          <p:cNvSpPr>
            <a:spLocks noGrp="1" noChangeArrowheads="1"/>
          </p:cNvSpPr>
          <p:nvPr>
            <p:ph type="title" idx="4294967295"/>
          </p:nvPr>
        </p:nvSpPr>
        <p:spPr>
          <a:xfrm>
            <a:off x="685800" y="-101600"/>
            <a:ext cx="7772400" cy="1143000"/>
          </a:xfrm>
        </p:spPr>
        <p:txBody>
          <a:bodyPr lIns="45720" rIns="45720"/>
          <a:lstStyle/>
          <a:p>
            <a:pPr eaLnBrk="1" hangingPunct="1"/>
            <a:r>
              <a:rPr lang="en-US" sz="2400" noProof="0" dirty="0"/>
              <a:t>Non-functional properties</a:t>
            </a:r>
          </a:p>
        </p:txBody>
      </p:sp>
      <p:sp>
        <p:nvSpPr>
          <p:cNvPr id="17411" name="Segnaposto contenuto 2">
            <a:extLst>
              <a:ext uri="{FF2B5EF4-FFF2-40B4-BE49-F238E27FC236}">
                <a16:creationId xmlns:a16="http://schemas.microsoft.com/office/drawing/2014/main" id="{A225C730-2438-D228-F6C4-A7930334A4B5}"/>
              </a:ext>
            </a:extLst>
          </p:cNvPr>
          <p:cNvSpPr>
            <a:spLocks noGrp="1" noChangeArrowheads="1"/>
          </p:cNvSpPr>
          <p:nvPr>
            <p:ph idx="4294967295"/>
          </p:nvPr>
        </p:nvSpPr>
        <p:spPr>
          <a:xfrm>
            <a:off x="120736" y="980728"/>
            <a:ext cx="8771743" cy="5132678"/>
          </a:xfrm>
        </p:spPr>
        <p:txBody>
          <a:bodyPr/>
          <a:lstStyle/>
          <a:p>
            <a:pPr marL="493712" indent="-457200" algn="just" eaLnBrk="1" hangingPunct="1">
              <a:spcBef>
                <a:spcPts val="0"/>
              </a:spcBef>
            </a:pPr>
            <a:r>
              <a:rPr lang="en-US" sz="1400" b="1" noProof="0" dirty="0">
                <a:solidFill>
                  <a:schemeClr val="tx1"/>
                </a:solidFill>
                <a:latin typeface="Arial" panose="020B0604020202020204" pitchFamily="34" charset="0"/>
                <a:cs typeface="Arial" panose="020B0604020202020204" pitchFamily="34" charset="0"/>
              </a:rPr>
              <a:t>Security</a:t>
            </a:r>
            <a:r>
              <a:rPr lang="en-US" sz="1400" dirty="0">
                <a:solidFill>
                  <a:schemeClr val="tx1"/>
                </a:solidFill>
                <a:latin typeface="Arial" panose="020B0604020202020204" pitchFamily="34" charset="0"/>
                <a:cs typeface="Arial" panose="020B0604020202020204" pitchFamily="34" charset="0"/>
              </a:rPr>
              <a:t>: Access management and configuration is handled via the </a:t>
            </a:r>
            <a:r>
              <a:rPr lang="en-US" sz="1400" dirty="0" err="1">
                <a:solidFill>
                  <a:schemeClr val="tx1"/>
                </a:solidFill>
                <a:latin typeface="Arial" panose="020B0604020202020204" pitchFamily="34" charset="0"/>
                <a:cs typeface="Arial" panose="020B0604020202020204" pitchFamily="34" charset="0"/>
              </a:rPr>
              <a:t>Keycloack</a:t>
            </a:r>
            <a:r>
              <a:rPr lang="en-US" sz="1400" dirty="0">
                <a:solidFill>
                  <a:schemeClr val="tx1"/>
                </a:solidFill>
                <a:latin typeface="Arial" panose="020B0604020202020204" pitchFamily="34" charset="0"/>
                <a:cs typeface="Arial" panose="020B0604020202020204" pitchFamily="34" charset="0"/>
              </a:rPr>
              <a:t> identity provider, while microservices security has been implemented using a JWT-barer authentication.</a:t>
            </a:r>
            <a:endParaRPr lang="en-US" sz="1400" noProof="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endParaRPr lang="en-US" sz="1400" noProof="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400" b="1" dirty="0">
                <a:solidFill>
                  <a:schemeClr val="tx1"/>
                </a:solidFill>
                <a:latin typeface="Arial" panose="020B0604020202020204" pitchFamily="34" charset="0"/>
                <a:cs typeface="Arial" panose="020B0604020202020204" pitchFamily="34" charset="0"/>
              </a:rPr>
              <a:t>Load balancing</a:t>
            </a:r>
            <a:r>
              <a:rPr lang="en-US" sz="1400" dirty="0">
                <a:solidFill>
                  <a:schemeClr val="tx1"/>
                </a:solidFill>
                <a:latin typeface="Arial" panose="020B0604020202020204" pitchFamily="34" charset="0"/>
                <a:cs typeface="Arial" panose="020B0604020202020204" pitchFamily="34" charset="0"/>
              </a:rPr>
              <a:t>: is managed through YARP configuration by setting the target nodes and the balancing policy. YARP ships with the following built-in policies:</a:t>
            </a:r>
          </a:p>
          <a:p>
            <a:pPr marL="892175" lvl="1" indent="-260350" algn="just" eaLnBrk="1" hangingPunct="1">
              <a:spcBef>
                <a:spcPts val="0"/>
              </a:spcBef>
            </a:pPr>
            <a:r>
              <a:rPr lang="en-US" sz="1400" i="1" dirty="0" err="1">
                <a:solidFill>
                  <a:schemeClr val="tx1"/>
                </a:solidFill>
                <a:latin typeface="Arial" panose="020B0604020202020204" pitchFamily="34" charset="0"/>
                <a:cs typeface="Arial" panose="020B0604020202020204" pitchFamily="34" charset="0"/>
              </a:rPr>
              <a:t>FirstAlphabetical</a:t>
            </a:r>
            <a:r>
              <a:rPr lang="en-US" sz="1400" dirty="0">
                <a:solidFill>
                  <a:schemeClr val="tx1"/>
                </a:solidFill>
                <a:latin typeface="Arial" panose="020B0604020202020204" pitchFamily="34" charset="0"/>
                <a:cs typeface="Arial" panose="020B0604020202020204" pitchFamily="34" charset="0"/>
              </a:rPr>
              <a:t>: select the alphabetically first available destination without considering load.</a:t>
            </a:r>
          </a:p>
          <a:p>
            <a:pPr marL="892175" lvl="1" indent="-260350" algn="just" eaLnBrk="1" hangingPunct="1">
              <a:spcBef>
                <a:spcPts val="0"/>
              </a:spcBef>
            </a:pPr>
            <a:r>
              <a:rPr lang="en-US" sz="1400" i="1" dirty="0">
                <a:solidFill>
                  <a:schemeClr val="tx1"/>
                </a:solidFill>
                <a:latin typeface="Arial" panose="020B0604020202020204" pitchFamily="34" charset="0"/>
                <a:cs typeface="Arial" panose="020B0604020202020204" pitchFamily="34" charset="0"/>
              </a:rPr>
              <a:t>Random</a:t>
            </a:r>
            <a:r>
              <a:rPr lang="en-US" sz="1400" dirty="0">
                <a:solidFill>
                  <a:schemeClr val="tx1"/>
                </a:solidFill>
                <a:latin typeface="Arial" panose="020B0604020202020204" pitchFamily="34" charset="0"/>
                <a:cs typeface="Arial" panose="020B0604020202020204" pitchFamily="34" charset="0"/>
              </a:rPr>
              <a:t>: select a destination randomly.</a:t>
            </a:r>
          </a:p>
          <a:p>
            <a:pPr marL="892175" lvl="1" indent="-260350" algn="just" eaLnBrk="1" hangingPunct="1">
              <a:spcBef>
                <a:spcPts val="0"/>
              </a:spcBef>
            </a:pPr>
            <a:r>
              <a:rPr lang="en-US" sz="1400" i="1" dirty="0" err="1">
                <a:solidFill>
                  <a:schemeClr val="tx1"/>
                </a:solidFill>
                <a:latin typeface="Arial" panose="020B0604020202020204" pitchFamily="34" charset="0"/>
                <a:cs typeface="Arial" panose="020B0604020202020204" pitchFamily="34" charset="0"/>
              </a:rPr>
              <a:t>PowerOfTwoChoices</a:t>
            </a:r>
            <a:r>
              <a:rPr lang="en-US" sz="1400" dirty="0">
                <a:solidFill>
                  <a:schemeClr val="tx1"/>
                </a:solidFill>
                <a:latin typeface="Arial" panose="020B0604020202020204" pitchFamily="34" charset="0"/>
                <a:cs typeface="Arial" panose="020B0604020202020204" pitchFamily="34" charset="0"/>
              </a:rPr>
              <a:t>: select two random destinations and then select the one with the least assigned requests. </a:t>
            </a:r>
          </a:p>
          <a:p>
            <a:pPr marL="892175" lvl="1" indent="-260350" algn="just" eaLnBrk="1" hangingPunct="1">
              <a:spcBef>
                <a:spcPts val="0"/>
              </a:spcBef>
            </a:pPr>
            <a:r>
              <a:rPr lang="en-US" sz="1400" i="1" dirty="0" err="1">
                <a:solidFill>
                  <a:schemeClr val="tx1"/>
                </a:solidFill>
                <a:latin typeface="Arial" panose="020B0604020202020204" pitchFamily="34" charset="0"/>
                <a:cs typeface="Arial" panose="020B0604020202020204" pitchFamily="34" charset="0"/>
              </a:rPr>
              <a:t>RoundRobin</a:t>
            </a:r>
            <a:r>
              <a:rPr lang="en-US" sz="1400" dirty="0">
                <a:solidFill>
                  <a:schemeClr val="tx1"/>
                </a:solidFill>
                <a:latin typeface="Arial" panose="020B0604020202020204" pitchFamily="34" charset="0"/>
                <a:cs typeface="Arial" panose="020B0604020202020204" pitchFamily="34" charset="0"/>
              </a:rPr>
              <a:t>: select a destination by cycling through them in order (used for the demo).</a:t>
            </a:r>
          </a:p>
          <a:p>
            <a:pPr marL="892175" lvl="1" indent="-260350" algn="just" eaLnBrk="1" hangingPunct="1">
              <a:spcBef>
                <a:spcPts val="0"/>
              </a:spcBef>
            </a:pPr>
            <a:r>
              <a:rPr lang="en-US" sz="1400" i="1" dirty="0" err="1">
                <a:solidFill>
                  <a:schemeClr val="tx1"/>
                </a:solidFill>
                <a:latin typeface="Arial" panose="020B0604020202020204" pitchFamily="34" charset="0"/>
                <a:cs typeface="Arial" panose="020B0604020202020204" pitchFamily="34" charset="0"/>
              </a:rPr>
              <a:t>LeastRequests</a:t>
            </a:r>
            <a:r>
              <a:rPr lang="en-US" sz="1400" dirty="0">
                <a:solidFill>
                  <a:schemeClr val="tx1"/>
                </a:solidFill>
                <a:latin typeface="Arial" panose="020B0604020202020204" pitchFamily="34" charset="0"/>
                <a:cs typeface="Arial" panose="020B0604020202020204" pitchFamily="34" charset="0"/>
              </a:rPr>
              <a:t>: select the destination with the least assigned requests.</a:t>
            </a:r>
          </a:p>
          <a:p>
            <a:pPr marL="493712" indent="-457200" algn="just" eaLnBrk="1" hangingPunct="1">
              <a:spcBef>
                <a:spcPts val="0"/>
              </a:spcBef>
            </a:pPr>
            <a:endParaRPr lang="en-US" sz="140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400" b="1" noProof="0" dirty="0">
                <a:solidFill>
                  <a:schemeClr val="tx1"/>
                </a:solidFill>
                <a:latin typeface="Arial" panose="020B0604020202020204" pitchFamily="34" charset="0"/>
                <a:cs typeface="Arial" panose="020B0604020202020204" pitchFamily="34" charset="0"/>
              </a:rPr>
              <a:t>Fault tolerance</a:t>
            </a:r>
            <a:r>
              <a:rPr lang="en-US" sz="1400" noProof="0" dirty="0">
                <a:solidFill>
                  <a:schemeClr val="tx1"/>
                </a:solidFill>
                <a:latin typeface="Arial" panose="020B0604020202020204" pitchFamily="34" charset="0"/>
                <a:cs typeface="Arial" panose="020B0604020202020204" pitchFamily="34" charset="0"/>
              </a:rPr>
              <a:t>: service interruption management is implemented by leveraging the destination health check functionality provided by YARP, which offers two modes: active and passive (this feature is effective when used in conjunction with load balancing). In active mode (used for the demo), cyclic probing is performed on services either to exclude those that are in unhealthy state or to re-enable traffic to those that have returned to healthy state.</a:t>
            </a:r>
          </a:p>
          <a:p>
            <a:pPr marL="493712" indent="-457200" algn="just" eaLnBrk="1" hangingPunct="1">
              <a:spcBef>
                <a:spcPts val="0"/>
              </a:spcBef>
            </a:pPr>
            <a:endParaRPr lang="en-US" sz="1400" noProof="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400" b="1" dirty="0">
                <a:solidFill>
                  <a:schemeClr val="tx1"/>
                </a:solidFill>
                <a:latin typeface="Arial" panose="020B0604020202020204" pitchFamily="34" charset="0"/>
                <a:cs typeface="Arial" panose="020B0604020202020204" pitchFamily="34" charset="0"/>
              </a:rPr>
              <a:t>Observability</a:t>
            </a:r>
            <a:r>
              <a:rPr lang="en-US" sz="1400" dirty="0">
                <a:solidFill>
                  <a:schemeClr val="tx1"/>
                </a:solidFill>
                <a:latin typeface="Arial" panose="020B0604020202020204" pitchFamily="34" charset="0"/>
                <a:cs typeface="Arial" panose="020B0604020202020204" pitchFamily="34" charset="0"/>
              </a:rPr>
              <a:t>: system observability is ensured through the use of the framework provided by </a:t>
            </a:r>
            <a:r>
              <a:rPr lang="en-US" sz="1400" dirty="0" err="1">
                <a:solidFill>
                  <a:schemeClr val="tx1"/>
                </a:solidFill>
                <a:latin typeface="Arial" panose="020B0604020202020204" pitchFamily="34" charset="0"/>
                <a:cs typeface="Arial" panose="020B0604020202020204" pitchFamily="34" charset="0"/>
              </a:rPr>
              <a:t>OpenTelemetry</a:t>
            </a:r>
            <a:r>
              <a:rPr lang="en-US" sz="1400" dirty="0">
                <a:solidFill>
                  <a:schemeClr val="tx1"/>
                </a:solidFill>
                <a:latin typeface="Arial" panose="020B0604020202020204" pitchFamily="34" charset="0"/>
                <a:cs typeface="Arial" panose="020B0604020202020204" pitchFamily="34" charset="0"/>
              </a:rPr>
              <a:t>, while all tracked information is made available for monitoring via the Aspire dashboard.</a:t>
            </a:r>
            <a:endParaRPr lang="en-US" sz="1400" noProof="0" dirty="0">
              <a:solidFill>
                <a:schemeClr val="tx1"/>
              </a:solidFill>
              <a:latin typeface="Arial" panose="020B0604020202020204" pitchFamily="34" charset="0"/>
              <a:cs typeface="Arial" panose="020B0604020202020204" pitchFamily="34" charset="0"/>
            </a:endParaRPr>
          </a:p>
          <a:p>
            <a:pPr marL="379412" algn="just" eaLnBrk="1" hangingPunct="1">
              <a:spcBef>
                <a:spcPts val="0"/>
              </a:spcBef>
            </a:pPr>
            <a:endParaRPr lang="en-US" sz="1400" noProof="0" dirty="0">
              <a:solidFill>
                <a:schemeClr val="tx1"/>
              </a:solidFill>
              <a:latin typeface="Arial" panose="020B0604020202020204" pitchFamily="34" charset="0"/>
              <a:cs typeface="Arial" panose="020B0604020202020204" pitchFamily="34" charset="0"/>
            </a:endParaRPr>
          </a:p>
        </p:txBody>
      </p:sp>
      <p:sp>
        <p:nvSpPr>
          <p:cNvPr id="3" name="Segnaposto piè di pagina 3">
            <a:extLst>
              <a:ext uri="{FF2B5EF4-FFF2-40B4-BE49-F238E27FC236}">
                <a16:creationId xmlns:a16="http://schemas.microsoft.com/office/drawing/2014/main" id="{04843CFB-20E3-93A5-1689-6580FDB2F9E5}"/>
              </a:ext>
            </a:extLst>
          </p:cNvPr>
          <p:cNvSpPr>
            <a:spLocks noGrp="1"/>
          </p:cNvSpPr>
          <p:nvPr>
            <p:ph type="ftr" sz="quarter" idx="10"/>
          </p:nvPr>
        </p:nvSpPr>
        <p:spPr>
          <a:xfrm>
            <a:off x="749300" y="6324600"/>
            <a:ext cx="3962400" cy="457200"/>
          </a:xfrm>
        </p:spPr>
        <p:txBody>
          <a:bodyPr/>
          <a:lstStyle/>
          <a:p>
            <a:r>
              <a:rPr lang="en-US" sz="1000" noProof="0" dirty="0">
                <a:solidFill>
                  <a:schemeClr val="bg1"/>
                </a:solidFill>
              </a:rPr>
              <a:t>Cloud Computing Technologies (Carlo Solimando)</a:t>
            </a:r>
            <a:br>
              <a:rPr lang="en-US" sz="1000" noProof="0" dirty="0">
                <a:solidFill>
                  <a:schemeClr val="bg1"/>
                </a:solidFill>
              </a:rPr>
            </a:br>
            <a:r>
              <a:rPr lang="en-US" noProof="0" dirty="0"/>
              <a:t>Project report – CS Api Gateway</a:t>
            </a:r>
          </a:p>
        </p:txBody>
      </p:sp>
    </p:spTree>
    <p:extLst>
      <p:ext uri="{BB962C8B-B14F-4D97-AF65-F5344CB8AC3E}">
        <p14:creationId xmlns:p14="http://schemas.microsoft.com/office/powerpoint/2010/main" val="2684712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79238-8BC0-853C-AA0F-F376CB41FB00}"/>
            </a:ext>
          </a:extLst>
        </p:cNvPr>
        <p:cNvGrpSpPr/>
        <p:nvPr/>
      </p:nvGrpSpPr>
      <p:grpSpPr>
        <a:xfrm>
          <a:off x="0" y="0"/>
          <a:ext cx="0" cy="0"/>
          <a:chOff x="0" y="0"/>
          <a:chExt cx="0" cy="0"/>
        </a:xfrm>
      </p:grpSpPr>
      <p:sp>
        <p:nvSpPr>
          <p:cNvPr id="17410" name="Titolo 1">
            <a:extLst>
              <a:ext uri="{FF2B5EF4-FFF2-40B4-BE49-F238E27FC236}">
                <a16:creationId xmlns:a16="http://schemas.microsoft.com/office/drawing/2014/main" id="{C3F5AF69-5A5C-8286-1118-94B80F68BF1A}"/>
              </a:ext>
            </a:extLst>
          </p:cNvPr>
          <p:cNvSpPr>
            <a:spLocks noGrp="1" noChangeArrowheads="1"/>
          </p:cNvSpPr>
          <p:nvPr>
            <p:ph type="title" idx="4294967295"/>
          </p:nvPr>
        </p:nvSpPr>
        <p:spPr>
          <a:xfrm>
            <a:off x="685800" y="-101600"/>
            <a:ext cx="7772400" cy="1143000"/>
          </a:xfrm>
        </p:spPr>
        <p:txBody>
          <a:bodyPr lIns="45720" rIns="45720"/>
          <a:lstStyle/>
          <a:p>
            <a:pPr eaLnBrk="1" hangingPunct="1"/>
            <a:r>
              <a:rPr lang="en-US" sz="2400" noProof="0" dirty="0"/>
              <a:t>Demo use cases</a:t>
            </a:r>
            <a:endParaRPr lang="en-US" sz="1800" noProof="0" dirty="0"/>
          </a:p>
        </p:txBody>
      </p:sp>
      <p:sp>
        <p:nvSpPr>
          <p:cNvPr id="4" name="Segnaposto piè di pagina 3">
            <a:extLst>
              <a:ext uri="{FF2B5EF4-FFF2-40B4-BE49-F238E27FC236}">
                <a16:creationId xmlns:a16="http://schemas.microsoft.com/office/drawing/2014/main" id="{7AFE279C-3A92-C476-3A54-24982343B166}"/>
              </a:ext>
            </a:extLst>
          </p:cNvPr>
          <p:cNvSpPr>
            <a:spLocks noGrp="1"/>
          </p:cNvSpPr>
          <p:nvPr>
            <p:ph type="ftr" sz="quarter" idx="10"/>
          </p:nvPr>
        </p:nvSpPr>
        <p:spPr>
          <a:xfrm>
            <a:off x="749300" y="6324600"/>
            <a:ext cx="3962400" cy="457200"/>
          </a:xfrm>
        </p:spPr>
        <p:txBody>
          <a:bodyPr/>
          <a:lstStyle/>
          <a:p>
            <a:r>
              <a:rPr lang="en-US" sz="1000" noProof="0" dirty="0">
                <a:solidFill>
                  <a:schemeClr val="bg1"/>
                </a:solidFill>
              </a:rPr>
              <a:t>Cloud Computing Technologies (Carlo Solimando)</a:t>
            </a:r>
            <a:br>
              <a:rPr lang="en-US" sz="1000" noProof="0" dirty="0">
                <a:solidFill>
                  <a:schemeClr val="bg1"/>
                </a:solidFill>
              </a:rPr>
            </a:br>
            <a:r>
              <a:rPr lang="en-US" noProof="0" dirty="0"/>
              <a:t>Project report – CS Api Gateway</a:t>
            </a:r>
          </a:p>
        </p:txBody>
      </p:sp>
      <p:sp>
        <p:nvSpPr>
          <p:cNvPr id="6" name="Segnaposto contenuto 2">
            <a:extLst>
              <a:ext uri="{FF2B5EF4-FFF2-40B4-BE49-F238E27FC236}">
                <a16:creationId xmlns:a16="http://schemas.microsoft.com/office/drawing/2014/main" id="{8F3C7EA2-228B-D809-898A-0838AB069923}"/>
              </a:ext>
            </a:extLst>
          </p:cNvPr>
          <p:cNvSpPr txBox="1">
            <a:spLocks noChangeArrowheads="1"/>
          </p:cNvSpPr>
          <p:nvPr/>
        </p:nvSpPr>
        <p:spPr bwMode="auto">
          <a:xfrm>
            <a:off x="107504" y="1124744"/>
            <a:ext cx="8843751" cy="486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rgbClr val="424242"/>
                </a:solidFill>
                <a:latin typeface="+mn-lt"/>
                <a:ea typeface="+mn-ea"/>
                <a:cs typeface="+mn-cs"/>
              </a:defRPr>
            </a:lvl1pPr>
            <a:lvl2pPr marL="742950" indent="-285750" algn="l" rtl="0" eaLnBrk="0" fontAlgn="base" hangingPunct="0">
              <a:spcBef>
                <a:spcPct val="20000"/>
              </a:spcBef>
              <a:spcAft>
                <a:spcPct val="0"/>
              </a:spcAft>
              <a:buChar char="–"/>
              <a:defRPr sz="2000">
                <a:solidFill>
                  <a:srgbClr val="424242"/>
                </a:solidFill>
                <a:latin typeface="+mn-lt"/>
                <a:ea typeface="+mn-ea"/>
              </a:defRPr>
            </a:lvl2pPr>
            <a:lvl3pPr marL="1143000" indent="-228600" algn="l" rtl="0" eaLnBrk="0" fontAlgn="base" hangingPunct="0">
              <a:spcBef>
                <a:spcPct val="20000"/>
              </a:spcBef>
              <a:spcAft>
                <a:spcPct val="0"/>
              </a:spcAft>
              <a:buChar char="•"/>
              <a:defRPr>
                <a:solidFill>
                  <a:srgbClr val="424242"/>
                </a:solidFill>
                <a:latin typeface="+mn-lt"/>
                <a:ea typeface="+mn-ea"/>
              </a:defRPr>
            </a:lvl3pPr>
            <a:lvl4pPr marL="1600200" indent="-228600" algn="l" rtl="0" eaLnBrk="0" fontAlgn="base" hangingPunct="0">
              <a:spcBef>
                <a:spcPct val="20000"/>
              </a:spcBef>
              <a:spcAft>
                <a:spcPct val="0"/>
              </a:spcAft>
              <a:buChar char="–"/>
              <a:defRPr sz="1600">
                <a:solidFill>
                  <a:srgbClr val="424242"/>
                </a:solidFill>
                <a:latin typeface="+mn-lt"/>
                <a:ea typeface="+mn-ea"/>
              </a:defRPr>
            </a:lvl4pPr>
            <a:lvl5pPr marL="2057400" indent="-228600" algn="l" rtl="0" eaLnBrk="0" fontAlgn="base" hangingPunct="0">
              <a:spcBef>
                <a:spcPct val="20000"/>
              </a:spcBef>
              <a:spcAft>
                <a:spcPct val="0"/>
              </a:spcAft>
              <a:buChar char="»"/>
              <a:defRPr sz="1600">
                <a:solidFill>
                  <a:srgbClr val="424242"/>
                </a:solidFill>
                <a:latin typeface="+mn-lt"/>
                <a:ea typeface="+mn-ea"/>
              </a:defRPr>
            </a:lvl5pPr>
            <a:lvl6pPr marL="2514600" indent="-228600" algn="l" rtl="0" fontAlgn="base">
              <a:spcBef>
                <a:spcPct val="20000"/>
              </a:spcBef>
              <a:spcAft>
                <a:spcPct val="0"/>
              </a:spcAft>
              <a:buChar char="»"/>
              <a:defRPr sz="1600">
                <a:solidFill>
                  <a:srgbClr val="424242"/>
                </a:solidFill>
                <a:latin typeface="+mn-lt"/>
                <a:ea typeface="+mn-ea"/>
              </a:defRPr>
            </a:lvl6pPr>
            <a:lvl7pPr marL="2971800" indent="-228600" algn="l" rtl="0" fontAlgn="base">
              <a:spcBef>
                <a:spcPct val="20000"/>
              </a:spcBef>
              <a:spcAft>
                <a:spcPct val="0"/>
              </a:spcAft>
              <a:buChar char="»"/>
              <a:defRPr sz="1600">
                <a:solidFill>
                  <a:srgbClr val="424242"/>
                </a:solidFill>
                <a:latin typeface="+mn-lt"/>
                <a:ea typeface="+mn-ea"/>
              </a:defRPr>
            </a:lvl7pPr>
            <a:lvl8pPr marL="3429000" indent="-228600" algn="l" rtl="0" fontAlgn="base">
              <a:spcBef>
                <a:spcPct val="20000"/>
              </a:spcBef>
              <a:spcAft>
                <a:spcPct val="0"/>
              </a:spcAft>
              <a:buChar char="»"/>
              <a:defRPr sz="1600">
                <a:solidFill>
                  <a:srgbClr val="424242"/>
                </a:solidFill>
                <a:latin typeface="+mn-lt"/>
                <a:ea typeface="+mn-ea"/>
              </a:defRPr>
            </a:lvl8pPr>
            <a:lvl9pPr marL="3886200" indent="-228600" algn="l" rtl="0" fontAlgn="base">
              <a:spcBef>
                <a:spcPct val="20000"/>
              </a:spcBef>
              <a:spcAft>
                <a:spcPct val="0"/>
              </a:spcAft>
              <a:buChar char="»"/>
              <a:defRPr sz="1600">
                <a:solidFill>
                  <a:srgbClr val="424242"/>
                </a:solidFill>
                <a:latin typeface="+mn-lt"/>
                <a:ea typeface="+mn-ea"/>
              </a:defRPr>
            </a:lvl9pPr>
          </a:lstStyle>
          <a:p>
            <a:pPr marL="493712" indent="-457200" algn="just" eaLnBrk="1" hangingPunct="1">
              <a:spcBef>
                <a:spcPts val="0"/>
              </a:spcBef>
            </a:pPr>
            <a:r>
              <a:rPr lang="en-US" sz="1600" b="1" kern="0" dirty="0">
                <a:solidFill>
                  <a:schemeClr val="tx1"/>
                </a:solidFill>
                <a:latin typeface="Arial" panose="020B0604020202020204" pitchFamily="34" charset="0"/>
                <a:cs typeface="Arial" panose="020B0604020202020204" pitchFamily="34" charset="0"/>
              </a:rPr>
              <a:t>Product catalog management: </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Explore (and test?) products </a:t>
            </a:r>
            <a:r>
              <a:rPr lang="en-US" sz="1200" kern="0" dirty="0" err="1">
                <a:solidFill>
                  <a:schemeClr val="tx1"/>
                </a:solidFill>
                <a:latin typeface="Arial" panose="020B0604020202020204" pitchFamily="34" charset="0"/>
                <a:cs typeface="Arial" panose="020B0604020202020204" pitchFamily="34" charset="0"/>
              </a:rPr>
              <a:t>api</a:t>
            </a:r>
            <a:r>
              <a:rPr lang="en-US" sz="1200" kern="0" dirty="0">
                <a:solidFill>
                  <a:schemeClr val="tx1"/>
                </a:solidFill>
                <a:latin typeface="Arial" panose="020B0604020202020204" pitchFamily="34" charset="0"/>
                <a:cs typeface="Arial" panose="020B0604020202020204" pitchFamily="34" charset="0"/>
              </a:rPr>
              <a:t> definition through Swagger UI (direct service connection)</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Test products microservice trough postman by calling </a:t>
            </a:r>
            <a:r>
              <a:rPr lang="en-US" sz="1200" kern="0" dirty="0" err="1">
                <a:solidFill>
                  <a:schemeClr val="tx1"/>
                </a:solidFill>
                <a:latin typeface="Arial" panose="020B0604020202020204" pitchFamily="34" charset="0"/>
                <a:cs typeface="Arial" panose="020B0604020202020204" pitchFamily="34" charset="0"/>
              </a:rPr>
              <a:t>api</a:t>
            </a:r>
            <a:r>
              <a:rPr lang="en-US" sz="1200" kern="0" dirty="0">
                <a:solidFill>
                  <a:schemeClr val="tx1"/>
                </a:solidFill>
                <a:latin typeface="Arial" panose="020B0604020202020204" pitchFamily="34" charset="0"/>
                <a:cs typeface="Arial" panose="020B0604020202020204" pitchFamily="34" charset="0"/>
              </a:rPr>
              <a:t> endpoint exposed by the API Gateway</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Use 3 Product microservice instance to show load balancing, rate </a:t>
            </a:r>
            <a:r>
              <a:rPr lang="en-US" sz="1200" kern="0" dirty="0" err="1">
                <a:solidFill>
                  <a:schemeClr val="tx1"/>
                </a:solidFill>
                <a:latin typeface="Arial" panose="020B0604020202020204" pitchFamily="34" charset="0"/>
                <a:cs typeface="Arial" panose="020B0604020202020204" pitchFamily="34" charset="0"/>
              </a:rPr>
              <a:t>limitier</a:t>
            </a:r>
            <a:r>
              <a:rPr lang="en-US" sz="1200" kern="0" dirty="0">
                <a:solidFill>
                  <a:schemeClr val="tx1"/>
                </a:solidFill>
                <a:latin typeface="Arial" panose="020B0604020202020204" pitchFamily="34" charset="0"/>
                <a:cs typeface="Arial" panose="020B0604020202020204" pitchFamily="34" charset="0"/>
              </a:rPr>
              <a:t> and fault tolerance (through health check)</a:t>
            </a:r>
          </a:p>
          <a:p>
            <a:pPr marL="493712" indent="-457200" algn="just" eaLnBrk="1" hangingPunct="1">
              <a:spcBef>
                <a:spcPts val="0"/>
              </a:spcBef>
            </a:pPr>
            <a:endParaRPr lang="en-US" sz="1600" kern="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600" b="1" kern="0" dirty="0">
                <a:solidFill>
                  <a:schemeClr val="tx1"/>
                </a:solidFill>
                <a:latin typeface="Arial" panose="020B0604020202020204" pitchFamily="34" charset="0"/>
                <a:cs typeface="Arial" panose="020B0604020202020204" pitchFamily="34" charset="0"/>
              </a:rPr>
              <a:t>Users purchase management</a:t>
            </a:r>
            <a:r>
              <a:rPr lang="en-US" sz="1600" kern="0" dirty="0">
                <a:solidFill>
                  <a:schemeClr val="tx1"/>
                </a:solidFill>
                <a:latin typeface="Arial" panose="020B0604020202020204" pitchFamily="34" charset="0"/>
                <a:cs typeface="Arial" panose="020B0604020202020204" pitchFamily="34" charset="0"/>
              </a:rPr>
              <a:t>: </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Explore (and test?) users (and basket) </a:t>
            </a:r>
            <a:r>
              <a:rPr lang="en-US" sz="1200" kern="0" dirty="0" err="1">
                <a:solidFill>
                  <a:schemeClr val="tx1"/>
                </a:solidFill>
                <a:latin typeface="Arial" panose="020B0604020202020204" pitchFamily="34" charset="0"/>
                <a:cs typeface="Arial" panose="020B0604020202020204" pitchFamily="34" charset="0"/>
              </a:rPr>
              <a:t>api</a:t>
            </a:r>
            <a:r>
              <a:rPr lang="en-US" sz="1200" kern="0" dirty="0">
                <a:solidFill>
                  <a:schemeClr val="tx1"/>
                </a:solidFill>
                <a:latin typeface="Arial" panose="020B0604020202020204" pitchFamily="34" charset="0"/>
                <a:cs typeface="Arial" panose="020B0604020202020204" pitchFamily="34" charset="0"/>
              </a:rPr>
              <a:t> definition through Swagger UI (direct service connection)</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Test users microservice trough postman by calling </a:t>
            </a:r>
            <a:r>
              <a:rPr lang="en-US" sz="1200" kern="0" dirty="0" err="1">
                <a:solidFill>
                  <a:schemeClr val="tx1"/>
                </a:solidFill>
                <a:latin typeface="Arial" panose="020B0604020202020204" pitchFamily="34" charset="0"/>
                <a:cs typeface="Arial" panose="020B0604020202020204" pitchFamily="34" charset="0"/>
              </a:rPr>
              <a:t>api</a:t>
            </a:r>
            <a:r>
              <a:rPr lang="en-US" sz="1200" kern="0" dirty="0">
                <a:solidFill>
                  <a:schemeClr val="tx1"/>
                </a:solidFill>
                <a:latin typeface="Arial" panose="020B0604020202020204" pitchFamily="34" charset="0"/>
                <a:cs typeface="Arial" panose="020B0604020202020204" pitchFamily="34" charset="0"/>
              </a:rPr>
              <a:t> endpoint exposed by the API Gateway</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Show the security implementation of an </a:t>
            </a:r>
            <a:r>
              <a:rPr lang="en-US" sz="1200" kern="0" dirty="0" err="1">
                <a:solidFill>
                  <a:schemeClr val="tx1"/>
                </a:solidFill>
                <a:latin typeface="Arial" panose="020B0604020202020204" pitchFamily="34" charset="0"/>
                <a:cs typeface="Arial" panose="020B0604020202020204" pitchFamily="34" charset="0"/>
              </a:rPr>
              <a:t>api</a:t>
            </a:r>
            <a:r>
              <a:rPr lang="en-US" sz="1200" kern="0" dirty="0">
                <a:solidFill>
                  <a:schemeClr val="tx1"/>
                </a:solidFill>
                <a:latin typeface="Arial" panose="020B0604020202020204" pitchFamily="34" charset="0"/>
                <a:cs typeface="Arial" panose="020B0604020202020204" pitchFamily="34" charset="0"/>
              </a:rPr>
              <a:t> acquiring a bearer token from </a:t>
            </a:r>
            <a:r>
              <a:rPr lang="en-US" sz="1200" kern="0" dirty="0" err="1">
                <a:solidFill>
                  <a:schemeClr val="tx1"/>
                </a:solidFill>
                <a:latin typeface="Arial" panose="020B0604020202020204" pitchFamily="34" charset="0"/>
                <a:cs typeface="Arial" panose="020B0604020202020204" pitchFamily="34" charset="0"/>
              </a:rPr>
              <a:t>Keycloack</a:t>
            </a:r>
            <a:r>
              <a:rPr lang="en-US" sz="1200" kern="0" dirty="0">
                <a:solidFill>
                  <a:schemeClr val="tx1"/>
                </a:solidFill>
                <a:latin typeface="Arial" panose="020B0604020202020204" pitchFamily="34" charset="0"/>
                <a:cs typeface="Arial" panose="020B0604020202020204" pitchFamily="34" charset="0"/>
              </a:rPr>
              <a:t> and then use it to call the secured </a:t>
            </a:r>
            <a:r>
              <a:rPr lang="en-US" sz="1200" kern="0" dirty="0" err="1">
                <a:solidFill>
                  <a:schemeClr val="tx1"/>
                </a:solidFill>
                <a:latin typeface="Arial" panose="020B0604020202020204" pitchFamily="34" charset="0"/>
                <a:cs typeface="Arial" panose="020B0604020202020204" pitchFamily="34" charset="0"/>
              </a:rPr>
              <a:t>api</a:t>
            </a:r>
            <a:r>
              <a:rPr lang="en-US" sz="1200" kern="0" dirty="0">
                <a:solidFill>
                  <a:schemeClr val="tx1"/>
                </a:solidFill>
                <a:latin typeface="Arial" panose="020B0604020202020204" pitchFamily="34" charset="0"/>
                <a:cs typeface="Arial" panose="020B0604020202020204" pitchFamily="34" charset="0"/>
              </a:rPr>
              <a:t>.</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Show the creation of a user basket and the related queue message</a:t>
            </a:r>
          </a:p>
          <a:p>
            <a:pPr marL="631825" lvl="1" indent="0" algn="just" eaLnBrk="1" hangingPunct="1">
              <a:spcBef>
                <a:spcPts val="0"/>
              </a:spcBef>
              <a:buNone/>
            </a:pPr>
            <a:endParaRPr lang="en-US" sz="1200" kern="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600" b="1" kern="0" dirty="0">
                <a:solidFill>
                  <a:schemeClr val="tx1"/>
                </a:solidFill>
                <a:latin typeface="Arial" panose="020B0604020202020204" pitchFamily="34" charset="0"/>
                <a:cs typeface="Arial" panose="020B0604020202020204" pitchFamily="34" charset="0"/>
              </a:rPr>
              <a:t>Order management</a:t>
            </a:r>
            <a:r>
              <a:rPr lang="en-US" sz="1600" kern="0" dirty="0">
                <a:solidFill>
                  <a:schemeClr val="tx1"/>
                </a:solidFill>
                <a:latin typeface="Arial" panose="020B0604020202020204" pitchFamily="34" charset="0"/>
                <a:cs typeface="Arial" panose="020B0604020202020204" pitchFamily="34" charset="0"/>
              </a:rPr>
              <a:t>: </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Explore (and test?) orders </a:t>
            </a:r>
            <a:r>
              <a:rPr lang="en-US" sz="1200" kern="0" dirty="0" err="1">
                <a:solidFill>
                  <a:schemeClr val="tx1"/>
                </a:solidFill>
                <a:latin typeface="Arial" panose="020B0604020202020204" pitchFamily="34" charset="0"/>
                <a:cs typeface="Arial" panose="020B0604020202020204" pitchFamily="34" charset="0"/>
              </a:rPr>
              <a:t>api</a:t>
            </a:r>
            <a:r>
              <a:rPr lang="en-US" sz="1200" kern="0" dirty="0">
                <a:solidFill>
                  <a:schemeClr val="tx1"/>
                </a:solidFill>
                <a:latin typeface="Arial" panose="020B0604020202020204" pitchFamily="34" charset="0"/>
                <a:cs typeface="Arial" panose="020B0604020202020204" pitchFamily="34" charset="0"/>
              </a:rPr>
              <a:t> definition through Swagger UI (direct service connection)</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Test orders microservice trough postman by calling </a:t>
            </a:r>
            <a:r>
              <a:rPr lang="en-US" sz="1200" kern="0" dirty="0" err="1">
                <a:solidFill>
                  <a:schemeClr val="tx1"/>
                </a:solidFill>
                <a:latin typeface="Arial" panose="020B0604020202020204" pitchFamily="34" charset="0"/>
                <a:cs typeface="Arial" panose="020B0604020202020204" pitchFamily="34" charset="0"/>
              </a:rPr>
              <a:t>api</a:t>
            </a:r>
            <a:r>
              <a:rPr lang="en-US" sz="1200" kern="0" dirty="0">
                <a:solidFill>
                  <a:schemeClr val="tx1"/>
                </a:solidFill>
                <a:latin typeface="Arial" panose="020B0604020202020204" pitchFamily="34" charset="0"/>
                <a:cs typeface="Arial" panose="020B0604020202020204" pitchFamily="34" charset="0"/>
              </a:rPr>
              <a:t> endpoint exposed by the API Gateway</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Show the service worker that read the message from the queue and create ad </a:t>
            </a:r>
            <a:r>
              <a:rPr lang="en-US" sz="1200" kern="0" dirty="0" err="1">
                <a:solidFill>
                  <a:schemeClr val="tx1"/>
                </a:solidFill>
                <a:latin typeface="Arial" panose="020B0604020202020204" pitchFamily="34" charset="0"/>
                <a:cs typeface="Arial" panose="020B0604020202020204" pitchFamily="34" charset="0"/>
              </a:rPr>
              <a:t>oder</a:t>
            </a:r>
            <a:r>
              <a:rPr lang="en-US" sz="1200" kern="0" dirty="0">
                <a:solidFill>
                  <a:schemeClr val="tx1"/>
                </a:solidFill>
                <a:latin typeface="Arial" panose="020B0604020202020204" pitchFamily="34" charset="0"/>
                <a:cs typeface="Arial" panose="020B0604020202020204" pitchFamily="34" charset="0"/>
              </a:rPr>
              <a:t>.</a:t>
            </a:r>
          </a:p>
          <a:p>
            <a:pPr marL="631825" lvl="1" indent="0" algn="just" eaLnBrk="1" hangingPunct="1">
              <a:spcBef>
                <a:spcPts val="0"/>
              </a:spcBef>
              <a:buNone/>
            </a:pPr>
            <a:endParaRPr lang="en-US" sz="1200" kern="0" dirty="0">
              <a:solidFill>
                <a:schemeClr val="tx1"/>
              </a:solidFill>
              <a:latin typeface="Arial" panose="020B0604020202020204" pitchFamily="34" charset="0"/>
              <a:cs typeface="Arial" panose="020B0604020202020204" pitchFamily="34" charset="0"/>
            </a:endParaRPr>
          </a:p>
          <a:p>
            <a:pPr marL="493712" indent="-457200" algn="just" eaLnBrk="1" hangingPunct="1">
              <a:spcBef>
                <a:spcPts val="0"/>
              </a:spcBef>
            </a:pPr>
            <a:r>
              <a:rPr lang="en-US" sz="1600" b="1" kern="0" dirty="0">
                <a:solidFill>
                  <a:schemeClr val="tx1"/>
                </a:solidFill>
                <a:latin typeface="Arial" panose="020B0604020202020204" pitchFamily="34" charset="0"/>
                <a:cs typeface="Arial" panose="020B0604020202020204" pitchFamily="34" charset="0"/>
              </a:rPr>
              <a:t>Miscellaneous</a:t>
            </a:r>
            <a:r>
              <a:rPr lang="en-US" sz="1600" kern="0" dirty="0">
                <a:solidFill>
                  <a:schemeClr val="tx1"/>
                </a:solidFill>
                <a:latin typeface="Arial" panose="020B0604020202020204" pitchFamily="34" charset="0"/>
                <a:cs typeface="Arial" panose="020B0604020202020204" pitchFamily="34" charset="0"/>
              </a:rPr>
              <a:t>: </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Open PG admin portal to show microservices database data</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Open </a:t>
            </a:r>
            <a:r>
              <a:rPr lang="en-US" sz="1200" kern="0" dirty="0" err="1">
                <a:solidFill>
                  <a:schemeClr val="tx1"/>
                </a:solidFill>
                <a:latin typeface="Arial" panose="020B0604020202020204" pitchFamily="34" charset="0"/>
                <a:cs typeface="Arial" panose="020B0604020202020204" pitchFamily="34" charset="0"/>
              </a:rPr>
              <a:t>Keycloack</a:t>
            </a:r>
            <a:r>
              <a:rPr lang="en-US" sz="1200" kern="0" dirty="0">
                <a:solidFill>
                  <a:schemeClr val="tx1"/>
                </a:solidFill>
                <a:latin typeface="Arial" panose="020B0604020202020204" pitchFamily="34" charset="0"/>
                <a:cs typeface="Arial" panose="020B0604020202020204" pitchFamily="34" charset="0"/>
              </a:rPr>
              <a:t> to show realm and users configuration</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Open Rabbit MQ management portal to show queues and messages</a:t>
            </a:r>
          </a:p>
          <a:p>
            <a:pPr marL="892175" lvl="1" indent="-260350" algn="just" eaLnBrk="1" hangingPunct="1">
              <a:spcBef>
                <a:spcPts val="0"/>
              </a:spcBef>
            </a:pPr>
            <a:r>
              <a:rPr lang="en-US" sz="1200" kern="0" dirty="0">
                <a:solidFill>
                  <a:schemeClr val="tx1"/>
                </a:solidFill>
                <a:latin typeface="Arial" panose="020B0604020202020204" pitchFamily="34" charset="0"/>
                <a:cs typeface="Arial" panose="020B0604020202020204" pitchFamily="34" charset="0"/>
              </a:rPr>
              <a:t>Open Aspire dashboard to show observability</a:t>
            </a:r>
          </a:p>
          <a:p>
            <a:pPr marL="36512" indent="0" algn="just" eaLnBrk="1" hangingPunct="1">
              <a:spcBef>
                <a:spcPts val="0"/>
              </a:spcBef>
              <a:buFontTx/>
              <a:buNone/>
            </a:pPr>
            <a:endParaRPr lang="en-US" sz="1600" kern="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4089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FBB69-5CD4-4508-DC5E-29768B1DD312}"/>
            </a:ext>
          </a:extLst>
        </p:cNvPr>
        <p:cNvGrpSpPr/>
        <p:nvPr/>
      </p:nvGrpSpPr>
      <p:grpSpPr>
        <a:xfrm>
          <a:off x="0" y="0"/>
          <a:ext cx="0" cy="0"/>
          <a:chOff x="0" y="0"/>
          <a:chExt cx="0" cy="0"/>
        </a:xfrm>
      </p:grpSpPr>
      <p:sp>
        <p:nvSpPr>
          <p:cNvPr id="17410" name="Titolo 1">
            <a:extLst>
              <a:ext uri="{FF2B5EF4-FFF2-40B4-BE49-F238E27FC236}">
                <a16:creationId xmlns:a16="http://schemas.microsoft.com/office/drawing/2014/main" id="{7E7FED08-35A8-61FE-7D23-303D39CC712A}"/>
              </a:ext>
            </a:extLst>
          </p:cNvPr>
          <p:cNvSpPr>
            <a:spLocks noGrp="1" noChangeArrowheads="1"/>
          </p:cNvSpPr>
          <p:nvPr>
            <p:ph type="title" idx="4294967295"/>
          </p:nvPr>
        </p:nvSpPr>
        <p:spPr>
          <a:xfrm>
            <a:off x="685800" y="-101600"/>
            <a:ext cx="7772400" cy="1143000"/>
          </a:xfrm>
        </p:spPr>
        <p:txBody>
          <a:bodyPr lIns="45720" rIns="45720"/>
          <a:lstStyle/>
          <a:p>
            <a:pPr eaLnBrk="1" hangingPunct="1"/>
            <a:r>
              <a:rPr lang="en-US" sz="2400" noProof="0" dirty="0"/>
              <a:t>Potential improvements</a:t>
            </a:r>
          </a:p>
        </p:txBody>
      </p:sp>
      <p:sp>
        <p:nvSpPr>
          <p:cNvPr id="4" name="Segnaposto piè di pagina 3">
            <a:extLst>
              <a:ext uri="{FF2B5EF4-FFF2-40B4-BE49-F238E27FC236}">
                <a16:creationId xmlns:a16="http://schemas.microsoft.com/office/drawing/2014/main" id="{98CBC114-AE84-2EAA-A9F3-0F2325B1FA6D}"/>
              </a:ext>
            </a:extLst>
          </p:cNvPr>
          <p:cNvSpPr>
            <a:spLocks noGrp="1"/>
          </p:cNvSpPr>
          <p:nvPr>
            <p:ph type="ftr" sz="quarter" idx="10"/>
          </p:nvPr>
        </p:nvSpPr>
        <p:spPr>
          <a:xfrm>
            <a:off x="749300" y="6324600"/>
            <a:ext cx="3962400" cy="457200"/>
          </a:xfrm>
        </p:spPr>
        <p:txBody>
          <a:bodyPr/>
          <a:lstStyle/>
          <a:p>
            <a:r>
              <a:rPr lang="en-US" sz="1000" noProof="0" dirty="0">
                <a:solidFill>
                  <a:schemeClr val="bg1"/>
                </a:solidFill>
              </a:rPr>
              <a:t>Cloud Computing Technologies (Carlo Solimando)</a:t>
            </a:r>
            <a:br>
              <a:rPr lang="en-US" sz="1000" noProof="0" dirty="0">
                <a:solidFill>
                  <a:schemeClr val="bg1"/>
                </a:solidFill>
              </a:rPr>
            </a:br>
            <a:r>
              <a:rPr lang="en-US" noProof="0" dirty="0"/>
              <a:t>Project report – CS Api Gateway</a:t>
            </a:r>
          </a:p>
        </p:txBody>
      </p:sp>
      <p:sp>
        <p:nvSpPr>
          <p:cNvPr id="2" name="Segnaposto contenuto 2">
            <a:extLst>
              <a:ext uri="{FF2B5EF4-FFF2-40B4-BE49-F238E27FC236}">
                <a16:creationId xmlns:a16="http://schemas.microsoft.com/office/drawing/2014/main" id="{34DF508A-0992-5A4D-CF83-BBAAA88BC27D}"/>
              </a:ext>
            </a:extLst>
          </p:cNvPr>
          <p:cNvSpPr txBox="1">
            <a:spLocks noChangeArrowheads="1"/>
          </p:cNvSpPr>
          <p:nvPr/>
        </p:nvSpPr>
        <p:spPr bwMode="auto">
          <a:xfrm>
            <a:off x="120736" y="1252594"/>
            <a:ext cx="8843751" cy="486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rgbClr val="424242"/>
                </a:solidFill>
                <a:latin typeface="+mn-lt"/>
                <a:ea typeface="+mn-ea"/>
                <a:cs typeface="+mn-cs"/>
              </a:defRPr>
            </a:lvl1pPr>
            <a:lvl2pPr marL="742950" indent="-285750" algn="l" rtl="0" eaLnBrk="0" fontAlgn="base" hangingPunct="0">
              <a:spcBef>
                <a:spcPct val="20000"/>
              </a:spcBef>
              <a:spcAft>
                <a:spcPct val="0"/>
              </a:spcAft>
              <a:buChar char="–"/>
              <a:defRPr sz="2000">
                <a:solidFill>
                  <a:srgbClr val="424242"/>
                </a:solidFill>
                <a:latin typeface="+mn-lt"/>
                <a:ea typeface="+mn-ea"/>
              </a:defRPr>
            </a:lvl2pPr>
            <a:lvl3pPr marL="1143000" indent="-228600" algn="l" rtl="0" eaLnBrk="0" fontAlgn="base" hangingPunct="0">
              <a:spcBef>
                <a:spcPct val="20000"/>
              </a:spcBef>
              <a:spcAft>
                <a:spcPct val="0"/>
              </a:spcAft>
              <a:buChar char="•"/>
              <a:defRPr>
                <a:solidFill>
                  <a:srgbClr val="424242"/>
                </a:solidFill>
                <a:latin typeface="+mn-lt"/>
                <a:ea typeface="+mn-ea"/>
              </a:defRPr>
            </a:lvl3pPr>
            <a:lvl4pPr marL="1600200" indent="-228600" algn="l" rtl="0" eaLnBrk="0" fontAlgn="base" hangingPunct="0">
              <a:spcBef>
                <a:spcPct val="20000"/>
              </a:spcBef>
              <a:spcAft>
                <a:spcPct val="0"/>
              </a:spcAft>
              <a:buChar char="–"/>
              <a:defRPr sz="1600">
                <a:solidFill>
                  <a:srgbClr val="424242"/>
                </a:solidFill>
                <a:latin typeface="+mn-lt"/>
                <a:ea typeface="+mn-ea"/>
              </a:defRPr>
            </a:lvl4pPr>
            <a:lvl5pPr marL="2057400" indent="-228600" algn="l" rtl="0" eaLnBrk="0" fontAlgn="base" hangingPunct="0">
              <a:spcBef>
                <a:spcPct val="20000"/>
              </a:spcBef>
              <a:spcAft>
                <a:spcPct val="0"/>
              </a:spcAft>
              <a:buChar char="»"/>
              <a:defRPr sz="1600">
                <a:solidFill>
                  <a:srgbClr val="424242"/>
                </a:solidFill>
                <a:latin typeface="+mn-lt"/>
                <a:ea typeface="+mn-ea"/>
              </a:defRPr>
            </a:lvl5pPr>
            <a:lvl6pPr marL="2514600" indent="-228600" algn="l" rtl="0" fontAlgn="base">
              <a:spcBef>
                <a:spcPct val="20000"/>
              </a:spcBef>
              <a:spcAft>
                <a:spcPct val="0"/>
              </a:spcAft>
              <a:buChar char="»"/>
              <a:defRPr sz="1600">
                <a:solidFill>
                  <a:srgbClr val="424242"/>
                </a:solidFill>
                <a:latin typeface="+mn-lt"/>
                <a:ea typeface="+mn-ea"/>
              </a:defRPr>
            </a:lvl6pPr>
            <a:lvl7pPr marL="2971800" indent="-228600" algn="l" rtl="0" fontAlgn="base">
              <a:spcBef>
                <a:spcPct val="20000"/>
              </a:spcBef>
              <a:spcAft>
                <a:spcPct val="0"/>
              </a:spcAft>
              <a:buChar char="»"/>
              <a:defRPr sz="1600">
                <a:solidFill>
                  <a:srgbClr val="424242"/>
                </a:solidFill>
                <a:latin typeface="+mn-lt"/>
                <a:ea typeface="+mn-ea"/>
              </a:defRPr>
            </a:lvl7pPr>
            <a:lvl8pPr marL="3429000" indent="-228600" algn="l" rtl="0" fontAlgn="base">
              <a:spcBef>
                <a:spcPct val="20000"/>
              </a:spcBef>
              <a:spcAft>
                <a:spcPct val="0"/>
              </a:spcAft>
              <a:buChar char="»"/>
              <a:defRPr sz="1600">
                <a:solidFill>
                  <a:srgbClr val="424242"/>
                </a:solidFill>
                <a:latin typeface="+mn-lt"/>
                <a:ea typeface="+mn-ea"/>
              </a:defRPr>
            </a:lvl8pPr>
            <a:lvl9pPr marL="3886200" indent="-228600" algn="l" rtl="0" fontAlgn="base">
              <a:spcBef>
                <a:spcPct val="20000"/>
              </a:spcBef>
              <a:spcAft>
                <a:spcPct val="0"/>
              </a:spcAft>
              <a:buChar char="»"/>
              <a:defRPr sz="1600">
                <a:solidFill>
                  <a:srgbClr val="424242"/>
                </a:solidFill>
                <a:latin typeface="+mn-lt"/>
                <a:ea typeface="+mn-ea"/>
              </a:defRPr>
            </a:lvl9pPr>
          </a:lstStyle>
          <a:p>
            <a:pPr marL="493712" indent="-457200" eaLnBrk="1" hangingPunct="1">
              <a:spcBef>
                <a:spcPts val="0"/>
              </a:spcBef>
            </a:pPr>
            <a:r>
              <a:rPr lang="en-US" sz="1800" kern="0" dirty="0">
                <a:solidFill>
                  <a:schemeClr val="tx1"/>
                </a:solidFill>
                <a:latin typeface="Arial" panose="020B0604020202020204" pitchFamily="34" charset="0"/>
                <a:cs typeface="Arial" panose="020B0604020202020204" pitchFamily="34" charset="0"/>
              </a:rPr>
              <a:t>Service registry &amp; discovery: implement service registry &amp; discovery patterns. </a:t>
            </a:r>
          </a:p>
          <a:p>
            <a:pPr marL="493712" indent="-457200" eaLnBrk="1" hangingPunct="1">
              <a:spcBef>
                <a:spcPts val="0"/>
              </a:spcBef>
            </a:pPr>
            <a:endParaRPr lang="en-US" sz="1800" kern="0" dirty="0">
              <a:solidFill>
                <a:schemeClr val="tx1"/>
              </a:solidFill>
              <a:latin typeface="Arial" panose="020B0604020202020204" pitchFamily="34" charset="0"/>
              <a:cs typeface="Arial" panose="020B0604020202020204" pitchFamily="34" charset="0"/>
            </a:endParaRPr>
          </a:p>
          <a:p>
            <a:pPr marL="493712" indent="-457200" eaLnBrk="1" hangingPunct="1">
              <a:spcBef>
                <a:spcPts val="0"/>
              </a:spcBef>
            </a:pPr>
            <a:r>
              <a:rPr lang="en-US" sz="1800" kern="0" dirty="0">
                <a:solidFill>
                  <a:schemeClr val="tx1"/>
                </a:solidFill>
                <a:latin typeface="Arial" panose="020B0604020202020204" pitchFamily="34" charset="0"/>
                <a:cs typeface="Arial" panose="020B0604020202020204" pitchFamily="34" charset="0"/>
              </a:rPr>
              <a:t>Implements IoC through pipelines</a:t>
            </a:r>
          </a:p>
          <a:p>
            <a:pPr marL="493712" indent="-457200" eaLnBrk="1" hangingPunct="1">
              <a:spcBef>
                <a:spcPts val="0"/>
              </a:spcBef>
            </a:pPr>
            <a:endParaRPr lang="en-US" sz="1800" kern="0" dirty="0">
              <a:solidFill>
                <a:schemeClr val="tx1"/>
              </a:solidFill>
              <a:latin typeface="Arial" panose="020B0604020202020204" pitchFamily="34" charset="0"/>
              <a:cs typeface="Arial" panose="020B0604020202020204" pitchFamily="34" charset="0"/>
            </a:endParaRPr>
          </a:p>
          <a:p>
            <a:pPr marL="493712" indent="-457200" eaLnBrk="1" hangingPunct="1">
              <a:spcBef>
                <a:spcPts val="0"/>
              </a:spcBef>
            </a:pPr>
            <a:r>
              <a:rPr lang="en-US" sz="1800" kern="0" dirty="0">
                <a:solidFill>
                  <a:schemeClr val="tx1"/>
                </a:solidFill>
                <a:latin typeface="Arial" panose="020B0604020202020204" pitchFamily="34" charset="0"/>
                <a:cs typeface="Arial" panose="020B0604020202020204" pitchFamily="34" charset="0"/>
              </a:rPr>
              <a:t>Improve security implementation</a:t>
            </a:r>
          </a:p>
          <a:p>
            <a:pPr marL="493712" indent="-457200" eaLnBrk="1" hangingPunct="1">
              <a:spcBef>
                <a:spcPts val="0"/>
              </a:spcBef>
            </a:pPr>
            <a:endParaRPr lang="en-US" sz="1800" kern="0" dirty="0">
              <a:solidFill>
                <a:schemeClr val="tx1"/>
              </a:solidFill>
              <a:latin typeface="Arial" panose="020B0604020202020204" pitchFamily="34" charset="0"/>
              <a:cs typeface="Arial" panose="020B0604020202020204" pitchFamily="34" charset="0"/>
            </a:endParaRPr>
          </a:p>
          <a:p>
            <a:pPr marL="493712" indent="-457200" eaLnBrk="1" hangingPunct="1">
              <a:spcBef>
                <a:spcPts val="0"/>
              </a:spcBef>
            </a:pPr>
            <a:r>
              <a:rPr lang="en-US" sz="1800" kern="0" dirty="0">
                <a:solidFill>
                  <a:schemeClr val="tx1"/>
                </a:solidFill>
                <a:latin typeface="Arial" panose="020B0604020202020204" pitchFamily="34" charset="0"/>
                <a:cs typeface="Arial" panose="020B0604020202020204" pitchFamily="34" charset="0"/>
              </a:rPr>
              <a:t>Explore other load balancing scenarios: for example using docker swarm, Kubernetes or azure container app</a:t>
            </a:r>
          </a:p>
          <a:p>
            <a:pPr marL="493712" indent="-457200" eaLnBrk="1" hangingPunct="1">
              <a:spcBef>
                <a:spcPts val="0"/>
              </a:spcBef>
            </a:pPr>
            <a:endParaRPr lang="en-US" sz="1800" kern="0" dirty="0">
              <a:solidFill>
                <a:schemeClr val="tx1"/>
              </a:solidFill>
              <a:latin typeface="Arial" panose="020B0604020202020204" pitchFamily="34" charset="0"/>
              <a:cs typeface="Arial" panose="020B0604020202020204" pitchFamily="34" charset="0"/>
            </a:endParaRPr>
          </a:p>
          <a:p>
            <a:pPr marL="493712" indent="-457200" eaLnBrk="1" hangingPunct="1">
              <a:spcBef>
                <a:spcPts val="0"/>
              </a:spcBef>
            </a:pPr>
            <a:r>
              <a:rPr lang="en-US" sz="1800" kern="0" dirty="0">
                <a:solidFill>
                  <a:schemeClr val="tx1"/>
                </a:solidFill>
                <a:latin typeface="Arial" panose="020B0604020202020204" pitchFamily="34" charset="0"/>
                <a:cs typeface="Arial" panose="020B0604020202020204" pitchFamily="34" charset="0"/>
              </a:rPr>
              <a:t>Improve observability: for example exploring Grafana tools</a:t>
            </a:r>
          </a:p>
          <a:p>
            <a:pPr marL="493712" indent="-457200" eaLnBrk="1" hangingPunct="1">
              <a:spcBef>
                <a:spcPts val="0"/>
              </a:spcBef>
            </a:pPr>
            <a:endParaRPr lang="en-US" sz="1800" kern="0" dirty="0">
              <a:solidFill>
                <a:schemeClr val="tx1"/>
              </a:solidFill>
              <a:latin typeface="Arial" panose="020B0604020202020204" pitchFamily="34" charset="0"/>
              <a:cs typeface="Arial" panose="020B0604020202020204" pitchFamily="34" charset="0"/>
            </a:endParaRPr>
          </a:p>
          <a:p>
            <a:pPr marL="493712" indent="-457200" eaLnBrk="1" hangingPunct="1">
              <a:spcBef>
                <a:spcPts val="0"/>
              </a:spcBef>
            </a:pPr>
            <a:r>
              <a:rPr lang="en-US" sz="1800" kern="0" dirty="0">
                <a:solidFill>
                  <a:schemeClr val="tx1"/>
                </a:solidFill>
                <a:latin typeface="Arial" panose="020B0604020202020204" pitchFamily="34" charset="0"/>
                <a:cs typeface="Arial" panose="020B0604020202020204" pitchFamily="34" charset="0"/>
              </a:rPr>
              <a:t>Explore Aspire framework to speed up and improve development and </a:t>
            </a:r>
            <a:r>
              <a:rPr lang="en-US" sz="1800" kern="0">
                <a:solidFill>
                  <a:schemeClr val="tx1"/>
                </a:solidFill>
                <a:latin typeface="Arial" panose="020B0604020202020204" pitchFamily="34" charset="0"/>
                <a:cs typeface="Arial" panose="020B0604020202020204" pitchFamily="34" charset="0"/>
              </a:rPr>
              <a:t>deployment experience.</a:t>
            </a:r>
            <a:endParaRPr lang="en-US" sz="1800" kern="0" dirty="0">
              <a:solidFill>
                <a:schemeClr val="tx1"/>
              </a:solidFill>
              <a:latin typeface="Arial" panose="020B0604020202020204" pitchFamily="34" charset="0"/>
              <a:cs typeface="Arial" panose="020B0604020202020204" pitchFamily="34" charset="0"/>
            </a:endParaRPr>
          </a:p>
          <a:p>
            <a:pPr marL="493712" indent="-457200" eaLnBrk="1" hangingPunct="1">
              <a:spcBef>
                <a:spcPts val="0"/>
              </a:spcBef>
            </a:pPr>
            <a:endParaRPr lang="en-US" sz="1800" kern="0" dirty="0">
              <a:solidFill>
                <a:schemeClr val="tx1"/>
              </a:solidFill>
              <a:latin typeface="Arial" panose="020B0604020202020204" pitchFamily="34" charset="0"/>
              <a:cs typeface="Arial" panose="020B0604020202020204" pitchFamily="34" charset="0"/>
            </a:endParaRPr>
          </a:p>
          <a:p>
            <a:pPr marL="493712" indent="-457200" eaLnBrk="1" hangingPunct="1">
              <a:spcBef>
                <a:spcPts val="0"/>
              </a:spcBef>
            </a:pPr>
            <a:endParaRPr lang="en-US" sz="1800" kern="0" dirty="0">
              <a:solidFill>
                <a:schemeClr val="tx1"/>
              </a:solidFill>
              <a:latin typeface="Arial" panose="020B0604020202020204" pitchFamily="34" charset="0"/>
              <a:cs typeface="Arial" panose="020B0604020202020204" pitchFamily="34" charset="0"/>
            </a:endParaRPr>
          </a:p>
          <a:p>
            <a:pPr marL="379412" eaLnBrk="1" hangingPunct="1">
              <a:spcBef>
                <a:spcPts val="0"/>
              </a:spcBef>
            </a:pPr>
            <a:endParaRPr lang="en-US" sz="2000" kern="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4550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C768A-100F-3646-8B37-12C23DC3274C}"/>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7A10CAD5-7C5E-9EAA-EA2A-A70C567DDD95}"/>
              </a:ext>
            </a:extLst>
          </p:cNvPr>
          <p:cNvSpPr>
            <a:spLocks noGrp="1" noChangeArrowheads="1"/>
          </p:cNvSpPr>
          <p:nvPr>
            <p:ph type="ctrTitle"/>
          </p:nvPr>
        </p:nvSpPr>
        <p:spPr>
          <a:xfrm>
            <a:off x="362201" y="3614176"/>
            <a:ext cx="4176464" cy="1649462"/>
          </a:xfrm>
        </p:spPr>
        <p:txBody>
          <a:bodyPr/>
          <a:lstStyle/>
          <a:p>
            <a:pPr eaLnBrk="1" hangingPunct="1"/>
            <a:r>
              <a:rPr lang="en-US" sz="5400" noProof="0" dirty="0"/>
              <a:t>Demo: </a:t>
            </a:r>
            <a:br>
              <a:rPr lang="en-US" sz="5400" noProof="0" dirty="0"/>
            </a:br>
            <a:r>
              <a:rPr lang="en-US" sz="5400" noProof="0" dirty="0"/>
              <a:t>let’s play </a:t>
            </a:r>
            <a:r>
              <a:rPr lang="en-US" sz="5400" noProof="0" dirty="0">
                <a:sym typeface="Wingdings" panose="05000000000000000000" pitchFamily="2" charset="2"/>
              </a:rPr>
              <a:t> </a:t>
            </a:r>
            <a:endParaRPr lang="en-US" sz="5400" noProof="0" dirty="0"/>
          </a:p>
        </p:txBody>
      </p:sp>
      <p:sp>
        <p:nvSpPr>
          <p:cNvPr id="16387" name="Rectangle 3">
            <a:extLst>
              <a:ext uri="{FF2B5EF4-FFF2-40B4-BE49-F238E27FC236}">
                <a16:creationId xmlns:a16="http://schemas.microsoft.com/office/drawing/2014/main" id="{120754CF-F774-46B2-92B7-7C55E45A93F2}"/>
              </a:ext>
            </a:extLst>
          </p:cNvPr>
          <p:cNvSpPr>
            <a:spLocks noGrp="1" noChangeArrowheads="1"/>
          </p:cNvSpPr>
          <p:nvPr>
            <p:ph type="subTitle" idx="1"/>
          </p:nvPr>
        </p:nvSpPr>
        <p:spPr>
          <a:xfrm>
            <a:off x="277782" y="2708920"/>
            <a:ext cx="3181970" cy="901824"/>
          </a:xfrm>
        </p:spPr>
        <p:txBody>
          <a:bodyPr/>
          <a:lstStyle/>
          <a:p>
            <a:pPr eaLnBrk="1" hangingPunct="1"/>
            <a:r>
              <a:rPr lang="en-US" sz="4000" noProof="0" dirty="0"/>
              <a:t>Thank you!</a:t>
            </a:r>
          </a:p>
        </p:txBody>
      </p:sp>
      <p:sp>
        <p:nvSpPr>
          <p:cNvPr id="4" name="Rectangle 3">
            <a:extLst>
              <a:ext uri="{FF2B5EF4-FFF2-40B4-BE49-F238E27FC236}">
                <a16:creationId xmlns:a16="http://schemas.microsoft.com/office/drawing/2014/main" id="{0A967E85-D163-DFC7-1179-14FB83EBC6C7}"/>
              </a:ext>
            </a:extLst>
          </p:cNvPr>
          <p:cNvSpPr txBox="1">
            <a:spLocks noChangeArrowheads="1"/>
          </p:cNvSpPr>
          <p:nvPr/>
        </p:nvSpPr>
        <p:spPr bwMode="auto">
          <a:xfrm>
            <a:off x="142875" y="6286500"/>
            <a:ext cx="6883400" cy="419100"/>
          </a:xfrm>
          <a:prstGeom prst="rect">
            <a:avLst/>
          </a:prstGeom>
          <a:noFill/>
          <a:ln w="9525">
            <a:noFill/>
            <a:miter lim="800000"/>
            <a:headEnd/>
            <a:tailEnd/>
          </a:ln>
        </p:spPr>
        <p:txBody>
          <a:bodyPr/>
          <a:lstStyle/>
          <a:p>
            <a:pPr eaLnBrk="1" hangingPunct="1">
              <a:spcBef>
                <a:spcPct val="20000"/>
              </a:spcBef>
              <a:defRPr/>
            </a:pPr>
            <a:r>
              <a:rPr lang="en-US" sz="1800" i="1" kern="0" noProof="0" dirty="0">
                <a:solidFill>
                  <a:schemeClr val="bg1"/>
                </a:solidFill>
                <a:latin typeface="Garamond" pitchFamily="18" charset="0"/>
                <a:ea typeface="+mn-ea"/>
              </a:rPr>
              <a:t>Cloud Computing Technologies (Carlo Solimando)</a:t>
            </a:r>
          </a:p>
        </p:txBody>
      </p:sp>
    </p:spTree>
    <p:extLst>
      <p:ext uri="{BB962C8B-B14F-4D97-AF65-F5344CB8AC3E}">
        <p14:creationId xmlns:p14="http://schemas.microsoft.com/office/powerpoint/2010/main" val="2215388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_PP_mate_fis_sc">
  <a:themeElements>
    <a:clrScheme name="Tema di Offic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ema di Office">
      <a:majorFont>
        <a:latin typeface="Trebuchet MS"/>
        <a:ea typeface="ＭＳ Ｐゴシック"/>
        <a:cs typeface=""/>
      </a:majorFont>
      <a:minorFont>
        <a:latin typeface="Trebuchet M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it-IT" sz="2400" b="0" i="0" u="none" strike="noStrike" cap="none" normalizeH="0" baseline="0" smtClean="0">
            <a:ln>
              <a:noFill/>
            </a:ln>
            <a:solidFill>
              <a:schemeClr val="tx1"/>
            </a:solidFill>
            <a:effectLst/>
            <a:latin typeface="Arial" charset="0"/>
            <a:ea typeface="ＭＳ Ｐゴシック" pitchFamily="9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it-IT" sz="2400" b="0" i="0" u="none" strike="noStrike" cap="none" normalizeH="0" baseline="0" smtClean="0">
            <a:ln>
              <a:noFill/>
            </a:ln>
            <a:solidFill>
              <a:schemeClr val="tx1"/>
            </a:solidFill>
            <a:effectLst/>
            <a:latin typeface="Arial" charset="0"/>
            <a:ea typeface="ＭＳ Ｐゴシック" pitchFamily="96" charset="-128"/>
          </a:defRPr>
        </a:defPPr>
      </a:lstStyle>
    </a:lnDef>
  </a:objectDefaults>
  <a:extraClrSchemeLst>
    <a:extraClrScheme>
      <a:clrScheme name="Tema di Offic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Tema di Offic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Tema di Offic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Tema di Offic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Tema di Offic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Tema di Offic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Tema di Offic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Tema di Offic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Tema di Offic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Tema di Offic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Tema di Offic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Tema di Offic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Mate_B">
  <a:themeElements>
    <a:clrScheme name="Mate_B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ate_B">
      <a:majorFont>
        <a:latin typeface="Trebuchet MS"/>
        <a:ea typeface="ＭＳ Ｐゴシック"/>
        <a:cs typeface=""/>
      </a:majorFont>
      <a:minorFont>
        <a:latin typeface="Trebuchet M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it-IT" sz="2400" b="0" i="0" u="none" strike="noStrike" cap="none" normalizeH="0" baseline="0" smtClean="0">
            <a:ln>
              <a:noFill/>
            </a:ln>
            <a:solidFill>
              <a:schemeClr val="tx1"/>
            </a:solidFill>
            <a:effectLst/>
            <a:latin typeface="Arial" charset="0"/>
            <a:ea typeface="ＭＳ Ｐゴシック" pitchFamily="9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it-IT" sz="2400" b="0" i="0" u="none" strike="noStrike" cap="none" normalizeH="0" baseline="0" smtClean="0">
            <a:ln>
              <a:noFill/>
            </a:ln>
            <a:solidFill>
              <a:schemeClr val="tx1"/>
            </a:solidFill>
            <a:effectLst/>
            <a:latin typeface="Arial" charset="0"/>
            <a:ea typeface="ＭＳ Ｐゴシック" pitchFamily="96" charset="-128"/>
          </a:defRPr>
        </a:defPPr>
      </a:lstStyle>
    </a:lnDef>
  </a:objectDefaults>
  <a:extraClrSchemeLst>
    <a:extraClrScheme>
      <a:clrScheme name="Mate_B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ate_B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ate_B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ate_B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ate_B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ate_B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ate_B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ate_B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ate_B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ate_B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ate_B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ate_B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F_PP_mate_fis_sc</Template>
  <TotalTime>1693</TotalTime>
  <Words>1063</Words>
  <Application>Microsoft Office PowerPoint</Application>
  <PresentationFormat>On-screen Show (4:3)</PresentationFormat>
  <Paragraphs>106</Paragraphs>
  <Slides>10</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Garamond</vt:lpstr>
      <vt:lpstr>Trebuchet MS</vt:lpstr>
      <vt:lpstr>Wingdings</vt:lpstr>
      <vt:lpstr>F_PP_mate_fis_sc</vt:lpstr>
      <vt:lpstr>Mate_B</vt:lpstr>
      <vt:lpstr>CS Api Gateway</vt:lpstr>
      <vt:lpstr>Purpose</vt:lpstr>
      <vt:lpstr>Agenda</vt:lpstr>
      <vt:lpstr>Reference architecture</vt:lpstr>
      <vt:lpstr>Technology stack</vt:lpstr>
      <vt:lpstr>Functional properties &amp; Implementation details</vt:lpstr>
      <vt:lpstr>Non-functional properties</vt:lpstr>
      <vt:lpstr>Demo use cases</vt:lpstr>
      <vt:lpstr>Potential improvements</vt:lpstr>
      <vt:lpstr>Demo:  let’s play  </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del corso</dc:title>
  <dc:creator>Micio</dc:creator>
  <cp:lastModifiedBy>Carlo Solimando</cp:lastModifiedBy>
  <cp:revision>231</cp:revision>
  <dcterms:created xsi:type="dcterms:W3CDTF">2009-09-29T20:06:38Z</dcterms:created>
  <dcterms:modified xsi:type="dcterms:W3CDTF">2026-01-13T17:34:18Z</dcterms:modified>
</cp:coreProperties>
</file>